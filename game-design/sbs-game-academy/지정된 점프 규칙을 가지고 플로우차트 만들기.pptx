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4C608-96AF-4D98-8C65-00D45ED78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27184F-6A82-4E9B-B181-35B6783DC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BE3A6-9EDE-4912-AFF3-74DF105A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010E71-E2B3-4907-9C4E-F6AB82D8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16A505-22E3-4EF2-8EE7-1E8B41C6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09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9128F-DBCE-4AC5-884A-509CB1E1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7860DB-72C6-43D5-8457-380CAFD8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C08323-E88E-4046-AF4C-96987D67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A7CD4-0031-4A26-B681-B0B9929C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0F64E-DE31-4C2D-98F3-78AE6FF9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24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52EBD-EA79-4EB5-AB31-29C4C4D9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A8B88-FDA2-4501-B705-AD8011302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4760B-22EA-4C2C-9A45-3296575C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244115-8757-48A9-9C5F-14CC59D3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16CAE-D81F-4839-8103-AEB75B84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9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EC034-8EE8-4E42-AC7B-6A5F33460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AFB92-E654-4EFD-9EB6-F4846183A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30C278-055D-4205-AA23-9C8580FEB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5E6F07-246A-4061-95A6-67867E21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5FF592-DEB2-4546-901B-0AB70B5F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DDCFBF-4B42-4B86-86D8-C5910A0E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93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2460F-61FC-440F-B3E3-C66A806B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1E6223-7E07-4889-B2F6-9838F499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F2B242-34E9-470B-A01A-17652DB70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D844FD-EEDD-46D5-951E-A3AE22E95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386B68-321A-4379-89B7-2E594C187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865196-4479-4B7C-BBBC-D6325FEF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203826-0BFD-455F-91E1-4CDBDE49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35A227-E7E4-4A1F-AB34-E2D50664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27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CA018-A585-43AE-9568-14E2B61E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58701A-7A1F-4922-AE0A-C2FF630F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979A3A-513B-40F4-9371-F93F7F38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652206-BF7E-4047-A1FC-8E6F5BA4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13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822A581-7DFA-4C97-9257-05939F2E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CA047E-2CDC-496A-81EE-F0331983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07B430-4775-4AB3-B7C7-9A87159D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3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8FE97-CE97-4042-8768-51DD8637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B791F2-6EE7-4FE1-BCE7-C0778ED8D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0C4984-6A78-4103-BC2C-44176B91D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F2CBEC-ECDC-4117-9C89-331DBCA8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385A2B-D8E6-4944-A8B1-FDE6B3D3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050D8-9BB7-4AD2-82A4-083E4A90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44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6A067-4569-4410-87EC-A2B57B1A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4E826D-78BC-4890-9DBE-AD5C167FE5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C920FE-4F29-47F0-A15D-A733AF43F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D11B56-E3A7-4147-99D7-DCC5FBF8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C7A592-E3AC-453A-B9FD-877BFE76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9BB4B1-8A89-4239-9467-A5F824CC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36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2F4E2-D07E-4F85-9635-1967C45A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5E06F2-7A44-4227-82D1-A3E47AEB9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7FDAB7-8B90-4999-93A4-0D477D4A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7E421-8F74-4431-9061-7DCCDC4B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31A52B-B821-425F-9F41-4870F29C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89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70EAA3-30BD-4652-8E75-FBC50691B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289A00-2096-488C-A465-ABA9F7AFE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A89D9-795E-4177-A69D-247646B1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809A4-EE4F-4229-B253-16C2944BE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CDDC75-CBB0-4C65-89F8-C2763A42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45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DEFD30-E778-4096-8DED-B9FA280E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3CCEF7-9000-4E0B-A202-5278FE28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6FD3C-D0FC-4D97-A8C5-ADA9FB743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987C8-CAC2-487C-881C-85687912000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1F0F0D-215C-4217-997F-59297F862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5FBCF-5E47-4C91-8979-C118C32C0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ACFA7-F78B-402B-A9D9-C0A41D7A4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26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순서도: 수행의 시작/종료 10">
            <a:extLst>
              <a:ext uri="{FF2B5EF4-FFF2-40B4-BE49-F238E27FC236}">
                <a16:creationId xmlns:a16="http://schemas.microsoft.com/office/drawing/2014/main" id="{29C9BCE4-2484-4A50-9D6A-796FDA0FBAEF}"/>
              </a:ext>
            </a:extLst>
          </p:cNvPr>
          <p:cNvSpPr/>
          <p:nvPr/>
        </p:nvSpPr>
        <p:spPr>
          <a:xfrm>
            <a:off x="7574140" y="166033"/>
            <a:ext cx="1318190" cy="29906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시작</a:t>
            </a:r>
          </a:p>
        </p:txBody>
      </p: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3917F22C-E97C-4E01-A1E1-A620E61CBBF3}"/>
              </a:ext>
            </a:extLst>
          </p:cNvPr>
          <p:cNvSpPr/>
          <p:nvPr/>
        </p:nvSpPr>
        <p:spPr>
          <a:xfrm>
            <a:off x="5118221" y="2993747"/>
            <a:ext cx="2487039" cy="78226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점프 상승 중 상단 지형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천장</a:t>
            </a:r>
            <a:r>
              <a:rPr lang="en-US" altLang="ko-KR" sz="1000" b="1" dirty="0"/>
              <a:t>)</a:t>
            </a:r>
            <a:r>
              <a:rPr lang="ko-KR" altLang="en-US" sz="1000" b="1" dirty="0"/>
              <a:t>과 충돌했는가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9030BC91-82B7-49F2-A304-E871398EBA1C}"/>
              </a:ext>
            </a:extLst>
          </p:cNvPr>
          <p:cNvSpPr/>
          <p:nvPr/>
        </p:nvSpPr>
        <p:spPr>
          <a:xfrm>
            <a:off x="7018736" y="627710"/>
            <a:ext cx="2428998" cy="70089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Space</a:t>
            </a:r>
            <a:r>
              <a:rPr lang="ko-KR" altLang="en-US" sz="1000" b="1" dirty="0"/>
              <a:t>바를 눌렀나</a:t>
            </a:r>
            <a:r>
              <a:rPr lang="en-US" altLang="ko-KR" sz="1000" b="1" dirty="0"/>
              <a:t>?</a:t>
            </a:r>
            <a:r>
              <a:rPr lang="ko-KR" altLang="en-US" sz="1000" b="1" dirty="0"/>
              <a:t> </a:t>
            </a: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C6A2E63-B2E2-4F24-B98D-D8BAAC16BA8A}"/>
              </a:ext>
            </a:extLst>
          </p:cNvPr>
          <p:cNvSpPr/>
          <p:nvPr/>
        </p:nvSpPr>
        <p:spPr>
          <a:xfrm>
            <a:off x="5685655" y="1358110"/>
            <a:ext cx="1333081" cy="29857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캐릭터가 점프한다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71DC3BBD-8B90-474A-89C8-69D44F92A20B}"/>
              </a:ext>
            </a:extLst>
          </p:cNvPr>
          <p:cNvSpPr/>
          <p:nvPr/>
        </p:nvSpPr>
        <p:spPr>
          <a:xfrm>
            <a:off x="10220248" y="1208821"/>
            <a:ext cx="1580416" cy="29857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점프 처리</a:t>
            </a:r>
            <a:r>
              <a:rPr lang="en-US" altLang="ko-KR" sz="1000" b="1" dirty="0"/>
              <a:t> X </a:t>
            </a:r>
          </a:p>
          <a:p>
            <a:pPr algn="ctr"/>
            <a:r>
              <a:rPr lang="ko-KR" altLang="en-US" sz="1000" b="1" dirty="0"/>
              <a:t>현재 상태 유지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D5C273F5-D8EB-4896-937A-B220802B9A46}"/>
              </a:ext>
            </a:extLst>
          </p:cNvPr>
          <p:cNvSpPr/>
          <p:nvPr/>
        </p:nvSpPr>
        <p:spPr>
          <a:xfrm>
            <a:off x="4833464" y="3991786"/>
            <a:ext cx="1656766" cy="32136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즉시 하강이 시작된다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20" name="순서도: 판단 19">
            <a:extLst>
              <a:ext uri="{FF2B5EF4-FFF2-40B4-BE49-F238E27FC236}">
                <a16:creationId xmlns:a16="http://schemas.microsoft.com/office/drawing/2014/main" id="{41C4D154-6733-4C06-B19E-FE5FE1AE1684}"/>
              </a:ext>
            </a:extLst>
          </p:cNvPr>
          <p:cNvSpPr/>
          <p:nvPr/>
        </p:nvSpPr>
        <p:spPr>
          <a:xfrm>
            <a:off x="989020" y="2762419"/>
            <a:ext cx="2561091" cy="98731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발 밑이 착지 가능한 지형인가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24" name="순서도: 처리 23">
            <a:extLst>
              <a:ext uri="{FF2B5EF4-FFF2-40B4-BE49-F238E27FC236}">
                <a16:creationId xmlns:a16="http://schemas.microsoft.com/office/drawing/2014/main" id="{E05D91ED-D511-4542-BF76-38E3D7029CB0}"/>
              </a:ext>
            </a:extLst>
          </p:cNvPr>
          <p:cNvSpPr/>
          <p:nvPr/>
        </p:nvSpPr>
        <p:spPr>
          <a:xfrm>
            <a:off x="2265809" y="4417618"/>
            <a:ext cx="1580416" cy="32136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해당 바닥 지형 타일에 착지한다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1FFD4FD-F7F3-466B-A457-574796C81D6B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8233235" y="465101"/>
            <a:ext cx="0" cy="162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C0D989B-A716-4A01-B381-B25FF292DF79}"/>
              </a:ext>
            </a:extLst>
          </p:cNvPr>
          <p:cNvCxnSpPr>
            <a:cxnSpLocks/>
            <a:stCxn id="15" idx="1"/>
            <a:endCxn id="16" idx="0"/>
          </p:cNvCxnSpPr>
          <p:nvPr/>
        </p:nvCxnSpPr>
        <p:spPr>
          <a:xfrm rot="10800000" flipV="1">
            <a:off x="6352196" y="978158"/>
            <a:ext cx="666540" cy="37995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6">
            <a:extLst>
              <a:ext uri="{FF2B5EF4-FFF2-40B4-BE49-F238E27FC236}">
                <a16:creationId xmlns:a16="http://schemas.microsoft.com/office/drawing/2014/main" id="{9EB36E32-C613-4634-8B45-00BC9925DA36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>
            <a:off x="9447734" y="978158"/>
            <a:ext cx="1562722" cy="23066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26">
            <a:extLst>
              <a:ext uri="{FF2B5EF4-FFF2-40B4-BE49-F238E27FC236}">
                <a16:creationId xmlns:a16="http://schemas.microsoft.com/office/drawing/2014/main" id="{97483CB6-C1F8-4449-8976-A33469B329B0}"/>
              </a:ext>
            </a:extLst>
          </p:cNvPr>
          <p:cNvCxnSpPr>
            <a:cxnSpLocks/>
            <a:stCxn id="14" idx="1"/>
            <a:endCxn id="18" idx="0"/>
          </p:cNvCxnSpPr>
          <p:nvPr/>
        </p:nvCxnSpPr>
        <p:spPr>
          <a:xfrm rot="10800000" flipH="1" flipV="1">
            <a:off x="5118221" y="3384880"/>
            <a:ext cx="543626" cy="606905"/>
          </a:xfrm>
          <a:prstGeom prst="bentConnector4">
            <a:avLst>
              <a:gd name="adj1" fmla="val -42051"/>
              <a:gd name="adj2" fmla="val 8222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26">
            <a:extLst>
              <a:ext uri="{FF2B5EF4-FFF2-40B4-BE49-F238E27FC236}">
                <a16:creationId xmlns:a16="http://schemas.microsoft.com/office/drawing/2014/main" id="{FC189C5C-363F-4706-B667-E97ED0403567}"/>
              </a:ext>
            </a:extLst>
          </p:cNvPr>
          <p:cNvCxnSpPr>
            <a:cxnSpLocks/>
            <a:stCxn id="430" idx="2"/>
            <a:endCxn id="14" idx="0"/>
          </p:cNvCxnSpPr>
          <p:nvPr/>
        </p:nvCxnSpPr>
        <p:spPr>
          <a:xfrm>
            <a:off x="6361741" y="2661300"/>
            <a:ext cx="0" cy="332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AF0EC1A-8729-4EFA-B91B-C5CFA33D3875}"/>
              </a:ext>
            </a:extLst>
          </p:cNvPr>
          <p:cNvCxnSpPr>
            <a:cxnSpLocks/>
            <a:stCxn id="18" idx="2"/>
            <a:endCxn id="20" idx="3"/>
          </p:cNvCxnSpPr>
          <p:nvPr/>
        </p:nvCxnSpPr>
        <p:spPr>
          <a:xfrm rot="5400000" flipH="1">
            <a:off x="4077440" y="2728745"/>
            <a:ext cx="1057077" cy="2111736"/>
          </a:xfrm>
          <a:prstGeom prst="bentConnector4">
            <a:avLst>
              <a:gd name="adj1" fmla="val -63688"/>
              <a:gd name="adj2" fmla="val 6961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48">
            <a:extLst>
              <a:ext uri="{FF2B5EF4-FFF2-40B4-BE49-F238E27FC236}">
                <a16:creationId xmlns:a16="http://schemas.microsoft.com/office/drawing/2014/main" id="{01F64DBA-7F0A-4E14-9183-5D34FE1D5820}"/>
              </a:ext>
            </a:extLst>
          </p:cNvPr>
          <p:cNvCxnSpPr>
            <a:cxnSpLocks/>
            <a:stCxn id="264" idx="1"/>
          </p:cNvCxnSpPr>
          <p:nvPr/>
        </p:nvCxnSpPr>
        <p:spPr>
          <a:xfrm flipH="1">
            <a:off x="5655509" y="4668000"/>
            <a:ext cx="130816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09E69A84-15CB-49DB-859B-88D9B9745216}"/>
              </a:ext>
            </a:extLst>
          </p:cNvPr>
          <p:cNvSpPr/>
          <p:nvPr/>
        </p:nvSpPr>
        <p:spPr>
          <a:xfrm>
            <a:off x="98144" y="4412928"/>
            <a:ext cx="1580416" cy="32136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계속 하강한다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cxnSp>
        <p:nvCxnSpPr>
          <p:cNvPr id="60" name="직선 화살표 연결선 26">
            <a:extLst>
              <a:ext uri="{FF2B5EF4-FFF2-40B4-BE49-F238E27FC236}">
                <a16:creationId xmlns:a16="http://schemas.microsoft.com/office/drawing/2014/main" id="{54F75E62-010A-412A-A853-949540967BCC}"/>
              </a:ext>
            </a:extLst>
          </p:cNvPr>
          <p:cNvCxnSpPr>
            <a:cxnSpLocks/>
            <a:stCxn id="20" idx="1"/>
            <a:endCxn id="59" idx="0"/>
          </p:cNvCxnSpPr>
          <p:nvPr/>
        </p:nvCxnSpPr>
        <p:spPr>
          <a:xfrm rot="10800000" flipV="1">
            <a:off x="888352" y="3256074"/>
            <a:ext cx="100668" cy="115685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직선 화살표 연결선 26">
            <a:extLst>
              <a:ext uri="{FF2B5EF4-FFF2-40B4-BE49-F238E27FC236}">
                <a16:creationId xmlns:a16="http://schemas.microsoft.com/office/drawing/2014/main" id="{EF9CD701-3A0A-4C9F-B83D-B3D4498347BE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 rot="16200000" flipH="1">
            <a:off x="2328847" y="3690447"/>
            <a:ext cx="667889" cy="7864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순서도: 수행의 시작/종료 77">
            <a:extLst>
              <a:ext uri="{FF2B5EF4-FFF2-40B4-BE49-F238E27FC236}">
                <a16:creationId xmlns:a16="http://schemas.microsoft.com/office/drawing/2014/main" id="{DB23B43C-EABE-4953-AA60-5C4168EE7A7C}"/>
              </a:ext>
            </a:extLst>
          </p:cNvPr>
          <p:cNvSpPr/>
          <p:nvPr/>
        </p:nvSpPr>
        <p:spPr>
          <a:xfrm>
            <a:off x="9008372" y="6096751"/>
            <a:ext cx="1318190" cy="29906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끝</a:t>
            </a:r>
          </a:p>
        </p:txBody>
      </p:sp>
      <p:sp>
        <p:nvSpPr>
          <p:cNvPr id="85" name="순서도: 판단 84">
            <a:extLst>
              <a:ext uri="{FF2B5EF4-FFF2-40B4-BE49-F238E27FC236}">
                <a16:creationId xmlns:a16="http://schemas.microsoft.com/office/drawing/2014/main" id="{88556E01-0701-4A50-BEA9-332F4C036665}"/>
              </a:ext>
            </a:extLst>
          </p:cNvPr>
          <p:cNvSpPr/>
          <p:nvPr/>
        </p:nvSpPr>
        <p:spPr>
          <a:xfrm>
            <a:off x="17606" y="5116642"/>
            <a:ext cx="2112838" cy="94120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착지 할 지형이 더 이상 없는가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86" name="직선 화살표 연결선 48">
            <a:extLst>
              <a:ext uri="{FF2B5EF4-FFF2-40B4-BE49-F238E27FC236}">
                <a16:creationId xmlns:a16="http://schemas.microsoft.com/office/drawing/2014/main" id="{B99FFD15-090B-4BD4-99A9-A293EF847EAB}"/>
              </a:ext>
            </a:extLst>
          </p:cNvPr>
          <p:cNvCxnSpPr>
            <a:cxnSpLocks/>
            <a:stCxn id="24" idx="2"/>
            <a:endCxn id="78" idx="0"/>
          </p:cNvCxnSpPr>
          <p:nvPr/>
        </p:nvCxnSpPr>
        <p:spPr>
          <a:xfrm rot="16200000" flipH="1">
            <a:off x="5682858" y="2112142"/>
            <a:ext cx="1357768" cy="66114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48">
            <a:extLst>
              <a:ext uri="{FF2B5EF4-FFF2-40B4-BE49-F238E27FC236}">
                <a16:creationId xmlns:a16="http://schemas.microsoft.com/office/drawing/2014/main" id="{35698665-1F0D-4B67-BE4A-4DCE90AADA51}"/>
              </a:ext>
            </a:extLst>
          </p:cNvPr>
          <p:cNvCxnSpPr>
            <a:cxnSpLocks/>
            <a:stCxn id="59" idx="2"/>
            <a:endCxn id="85" idx="0"/>
          </p:cNvCxnSpPr>
          <p:nvPr/>
        </p:nvCxnSpPr>
        <p:spPr>
          <a:xfrm rot="16200000" flipH="1">
            <a:off x="790014" y="4832630"/>
            <a:ext cx="382349" cy="1856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26">
            <a:extLst>
              <a:ext uri="{FF2B5EF4-FFF2-40B4-BE49-F238E27FC236}">
                <a16:creationId xmlns:a16="http://schemas.microsoft.com/office/drawing/2014/main" id="{C29F2581-BBE1-4BD1-8B07-17EEBD4C1CA9}"/>
              </a:ext>
            </a:extLst>
          </p:cNvPr>
          <p:cNvCxnSpPr>
            <a:cxnSpLocks/>
            <a:stCxn id="85" idx="2"/>
            <a:endCxn id="95" idx="1"/>
          </p:cNvCxnSpPr>
          <p:nvPr/>
        </p:nvCxnSpPr>
        <p:spPr>
          <a:xfrm rot="16200000" flipH="1">
            <a:off x="1784791" y="5347082"/>
            <a:ext cx="188438" cy="16099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71314977-4475-43A0-A829-D41307DE217D}"/>
              </a:ext>
            </a:extLst>
          </p:cNvPr>
          <p:cNvSpPr/>
          <p:nvPr/>
        </p:nvSpPr>
        <p:spPr>
          <a:xfrm>
            <a:off x="2683995" y="6026058"/>
            <a:ext cx="1580416" cy="44045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착지할 지형이 없고 맵 아래 밖으로 이탈 시 사망한다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cxnSp>
        <p:nvCxnSpPr>
          <p:cNvPr id="99" name="직선 화살표 연결선 26">
            <a:extLst>
              <a:ext uri="{FF2B5EF4-FFF2-40B4-BE49-F238E27FC236}">
                <a16:creationId xmlns:a16="http://schemas.microsoft.com/office/drawing/2014/main" id="{2B6146F6-4397-4B04-AA2D-2B92C1B41047}"/>
              </a:ext>
            </a:extLst>
          </p:cNvPr>
          <p:cNvCxnSpPr>
            <a:cxnSpLocks/>
            <a:stCxn id="85" idx="3"/>
            <a:endCxn id="264" idx="2"/>
          </p:cNvCxnSpPr>
          <p:nvPr/>
        </p:nvCxnSpPr>
        <p:spPr>
          <a:xfrm flipV="1">
            <a:off x="2130444" y="4828682"/>
            <a:ext cx="5661613" cy="75856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직선 화살표 연결선 26">
            <a:extLst>
              <a:ext uri="{FF2B5EF4-FFF2-40B4-BE49-F238E27FC236}">
                <a16:creationId xmlns:a16="http://schemas.microsoft.com/office/drawing/2014/main" id="{147EE92E-F9A8-4C1F-ACAC-A8D5830BF8FC}"/>
              </a:ext>
            </a:extLst>
          </p:cNvPr>
          <p:cNvCxnSpPr>
            <a:cxnSpLocks/>
          </p:cNvCxnSpPr>
          <p:nvPr/>
        </p:nvCxnSpPr>
        <p:spPr>
          <a:xfrm>
            <a:off x="10526540" y="6186742"/>
            <a:ext cx="6056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26">
            <a:extLst>
              <a:ext uri="{FF2B5EF4-FFF2-40B4-BE49-F238E27FC236}">
                <a16:creationId xmlns:a16="http://schemas.microsoft.com/office/drawing/2014/main" id="{7731F51B-670B-43B5-995D-71217F95BA50}"/>
              </a:ext>
            </a:extLst>
          </p:cNvPr>
          <p:cNvCxnSpPr>
            <a:cxnSpLocks/>
          </p:cNvCxnSpPr>
          <p:nvPr/>
        </p:nvCxnSpPr>
        <p:spPr>
          <a:xfrm>
            <a:off x="10509806" y="6466519"/>
            <a:ext cx="6223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2AC18F73-B6DA-42CE-BDCA-D5679B8CE9BC}"/>
              </a:ext>
            </a:extLst>
          </p:cNvPr>
          <p:cNvSpPr txBox="1"/>
          <p:nvPr/>
        </p:nvSpPr>
        <p:spPr>
          <a:xfrm>
            <a:off x="9744655" y="731936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46B53C3-6BC2-42DC-9615-3AA5FE5589E3}"/>
              </a:ext>
            </a:extLst>
          </p:cNvPr>
          <p:cNvSpPr txBox="1"/>
          <p:nvPr/>
        </p:nvSpPr>
        <p:spPr>
          <a:xfrm>
            <a:off x="11297120" y="6343408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06C2EE2-BE0B-400F-BE80-AE5B32B21B1C}"/>
              </a:ext>
            </a:extLst>
          </p:cNvPr>
          <p:cNvSpPr txBox="1"/>
          <p:nvPr/>
        </p:nvSpPr>
        <p:spPr>
          <a:xfrm>
            <a:off x="6437180" y="717184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560F50-63E4-4E62-9FA3-08D9264507A4}"/>
              </a:ext>
            </a:extLst>
          </p:cNvPr>
          <p:cNvSpPr txBox="1"/>
          <p:nvPr/>
        </p:nvSpPr>
        <p:spPr>
          <a:xfrm>
            <a:off x="11278130" y="6063631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D63E3A4-78A7-411C-8C1A-3397A84AAB93}"/>
              </a:ext>
            </a:extLst>
          </p:cNvPr>
          <p:cNvSpPr txBox="1"/>
          <p:nvPr/>
        </p:nvSpPr>
        <p:spPr>
          <a:xfrm>
            <a:off x="4819335" y="3481449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44D966-8666-4535-AE29-E26277A809A5}"/>
              </a:ext>
            </a:extLst>
          </p:cNvPr>
          <p:cNvSpPr txBox="1"/>
          <p:nvPr/>
        </p:nvSpPr>
        <p:spPr>
          <a:xfrm>
            <a:off x="6318417" y="2669831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694FAAE-B216-4C90-BF2D-74D7ABC59618}"/>
              </a:ext>
            </a:extLst>
          </p:cNvPr>
          <p:cNvSpPr txBox="1"/>
          <p:nvPr/>
        </p:nvSpPr>
        <p:spPr>
          <a:xfrm>
            <a:off x="2524533" y="3873766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D0A58D7-5888-45B3-8CAC-10824B722814}"/>
              </a:ext>
            </a:extLst>
          </p:cNvPr>
          <p:cNvSpPr txBox="1"/>
          <p:nvPr/>
        </p:nvSpPr>
        <p:spPr>
          <a:xfrm>
            <a:off x="1642993" y="5966997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268B1BF-FBB2-4710-B452-F2ED8EF8BDF3}"/>
              </a:ext>
            </a:extLst>
          </p:cNvPr>
          <p:cNvSpPr txBox="1"/>
          <p:nvPr/>
        </p:nvSpPr>
        <p:spPr>
          <a:xfrm>
            <a:off x="527305" y="3733989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1419C9E-3314-40FB-ABB1-5EFC7357B67F}"/>
              </a:ext>
            </a:extLst>
          </p:cNvPr>
          <p:cNvSpPr txBox="1"/>
          <p:nvPr/>
        </p:nvSpPr>
        <p:spPr>
          <a:xfrm>
            <a:off x="4891011" y="5570871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cxnSp>
        <p:nvCxnSpPr>
          <p:cNvPr id="121" name="직선 화살표 연결선 48">
            <a:extLst>
              <a:ext uri="{FF2B5EF4-FFF2-40B4-BE49-F238E27FC236}">
                <a16:creationId xmlns:a16="http://schemas.microsoft.com/office/drawing/2014/main" id="{CD15B80B-51CF-499C-B423-88C669C720E3}"/>
              </a:ext>
            </a:extLst>
          </p:cNvPr>
          <p:cNvCxnSpPr>
            <a:cxnSpLocks/>
            <a:stCxn id="95" idx="3"/>
            <a:endCxn id="78" idx="1"/>
          </p:cNvCxnSpPr>
          <p:nvPr/>
        </p:nvCxnSpPr>
        <p:spPr>
          <a:xfrm flipV="1">
            <a:off x="4264411" y="6246285"/>
            <a:ext cx="474396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1" name="순서도: 판단 160">
            <a:extLst>
              <a:ext uri="{FF2B5EF4-FFF2-40B4-BE49-F238E27FC236}">
                <a16:creationId xmlns:a16="http://schemas.microsoft.com/office/drawing/2014/main" id="{7B8BE63C-06F9-484C-8B74-4CDD47C3897B}"/>
              </a:ext>
            </a:extLst>
          </p:cNvPr>
          <p:cNvSpPr/>
          <p:nvPr/>
        </p:nvSpPr>
        <p:spPr>
          <a:xfrm>
            <a:off x="8638065" y="1557258"/>
            <a:ext cx="2343174" cy="63378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점프 시작 시 앞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뒤 입력이 있었는가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B7B24FE1-A5D7-44E5-BB80-F4C61B171B41}"/>
              </a:ext>
            </a:extLst>
          </p:cNvPr>
          <p:cNvCxnSpPr>
            <a:cxnSpLocks/>
            <a:stCxn id="16" idx="3"/>
            <a:endCxn id="161" idx="1"/>
          </p:cNvCxnSpPr>
          <p:nvPr/>
        </p:nvCxnSpPr>
        <p:spPr>
          <a:xfrm>
            <a:off x="7018736" y="1507399"/>
            <a:ext cx="1619329" cy="366750"/>
          </a:xfrm>
          <a:prstGeom prst="bentConnector3">
            <a:avLst>
              <a:gd name="adj1" fmla="val 7693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직선 화살표 연결선 26">
            <a:extLst>
              <a:ext uri="{FF2B5EF4-FFF2-40B4-BE49-F238E27FC236}">
                <a16:creationId xmlns:a16="http://schemas.microsoft.com/office/drawing/2014/main" id="{C82C5885-63B2-49C9-A70D-6ADA33FC5EDE}"/>
              </a:ext>
            </a:extLst>
          </p:cNvPr>
          <p:cNvCxnSpPr>
            <a:cxnSpLocks/>
            <a:stCxn id="161" idx="3"/>
            <a:endCxn id="171" idx="0"/>
          </p:cNvCxnSpPr>
          <p:nvPr/>
        </p:nvCxnSpPr>
        <p:spPr>
          <a:xfrm>
            <a:off x="10981239" y="1874149"/>
            <a:ext cx="180471" cy="74402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1" name="순서도: 처리 170">
            <a:extLst>
              <a:ext uri="{FF2B5EF4-FFF2-40B4-BE49-F238E27FC236}">
                <a16:creationId xmlns:a16="http://schemas.microsoft.com/office/drawing/2014/main" id="{5F48D0D2-E9B0-4AA9-B3D5-91A76062487E}"/>
              </a:ext>
            </a:extLst>
          </p:cNvPr>
          <p:cNvSpPr/>
          <p:nvPr/>
        </p:nvSpPr>
        <p:spPr>
          <a:xfrm>
            <a:off x="10371502" y="2618169"/>
            <a:ext cx="1580416" cy="29857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제자리 점프한다</a:t>
            </a:r>
            <a:r>
              <a:rPr lang="en-US" altLang="ko-KR" sz="1000" b="1" dirty="0">
                <a:solidFill>
                  <a:schemeClr val="bg1"/>
                </a:solidFill>
              </a:rPr>
              <a:t>.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74" name="직선 화살표 연결선 26">
            <a:extLst>
              <a:ext uri="{FF2B5EF4-FFF2-40B4-BE49-F238E27FC236}">
                <a16:creationId xmlns:a16="http://schemas.microsoft.com/office/drawing/2014/main" id="{C3A7E0E0-1157-4B60-89A0-A8AB7E889E76}"/>
              </a:ext>
            </a:extLst>
          </p:cNvPr>
          <p:cNvCxnSpPr>
            <a:cxnSpLocks/>
            <a:stCxn id="161" idx="2"/>
            <a:endCxn id="177" idx="0"/>
          </p:cNvCxnSpPr>
          <p:nvPr/>
        </p:nvCxnSpPr>
        <p:spPr>
          <a:xfrm rot="5400000">
            <a:off x="9376256" y="2178500"/>
            <a:ext cx="420857" cy="4459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7" name="순서도: 처리 176">
            <a:extLst>
              <a:ext uri="{FF2B5EF4-FFF2-40B4-BE49-F238E27FC236}">
                <a16:creationId xmlns:a16="http://schemas.microsoft.com/office/drawing/2014/main" id="{658E2A96-5F0F-485E-9B6F-2FFD18670547}"/>
              </a:ext>
            </a:extLst>
          </p:cNvPr>
          <p:cNvSpPr/>
          <p:nvPr/>
        </p:nvSpPr>
        <p:spPr>
          <a:xfrm>
            <a:off x="8573507" y="2611897"/>
            <a:ext cx="1580416" cy="29857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앞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뒤 방향으로 점프한다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182" name="직선 화살표 연결선 48">
            <a:extLst>
              <a:ext uri="{FF2B5EF4-FFF2-40B4-BE49-F238E27FC236}">
                <a16:creationId xmlns:a16="http://schemas.microsoft.com/office/drawing/2014/main" id="{BAA8FD9A-8249-4D2A-9085-942C85FC2E21}"/>
              </a:ext>
            </a:extLst>
          </p:cNvPr>
          <p:cNvCxnSpPr>
            <a:cxnSpLocks/>
            <a:stCxn id="177" idx="1"/>
            <a:endCxn id="430" idx="0"/>
          </p:cNvCxnSpPr>
          <p:nvPr/>
        </p:nvCxnSpPr>
        <p:spPr>
          <a:xfrm rot="10800000">
            <a:off x="6361741" y="2027518"/>
            <a:ext cx="2211766" cy="733668"/>
          </a:xfrm>
          <a:prstGeom prst="bentConnector4">
            <a:avLst>
              <a:gd name="adj1" fmla="val 23515"/>
              <a:gd name="adj2" fmla="val 13115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직선 화살표 연결선 48">
            <a:extLst>
              <a:ext uri="{FF2B5EF4-FFF2-40B4-BE49-F238E27FC236}">
                <a16:creationId xmlns:a16="http://schemas.microsoft.com/office/drawing/2014/main" id="{B18D529D-A9E0-4B88-B186-6157047A3358}"/>
              </a:ext>
            </a:extLst>
          </p:cNvPr>
          <p:cNvCxnSpPr>
            <a:cxnSpLocks/>
            <a:stCxn id="171" idx="2"/>
          </p:cNvCxnSpPr>
          <p:nvPr/>
        </p:nvCxnSpPr>
        <p:spPr>
          <a:xfrm rot="5400000" flipH="1">
            <a:off x="9618956" y="1373994"/>
            <a:ext cx="152349" cy="2933158"/>
          </a:xfrm>
          <a:prstGeom prst="bentConnector4">
            <a:avLst>
              <a:gd name="adj1" fmla="val -557527"/>
              <a:gd name="adj2" fmla="val 10007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9E72A7D5-D929-4603-B0AF-FAE27D793959}"/>
              </a:ext>
            </a:extLst>
          </p:cNvPr>
          <p:cNvSpPr txBox="1"/>
          <p:nvPr/>
        </p:nvSpPr>
        <p:spPr>
          <a:xfrm>
            <a:off x="9265213" y="2178712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003D18F-8FC8-4C3C-81FD-8BA0AA1B1CAF}"/>
              </a:ext>
            </a:extLst>
          </p:cNvPr>
          <p:cNvSpPr txBox="1"/>
          <p:nvPr/>
        </p:nvSpPr>
        <p:spPr>
          <a:xfrm>
            <a:off x="11123649" y="2077085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NO</a:t>
            </a:r>
          </a:p>
        </p:txBody>
      </p:sp>
      <p:cxnSp>
        <p:nvCxnSpPr>
          <p:cNvPr id="252" name="직선 화살표 연결선 48">
            <a:extLst>
              <a:ext uri="{FF2B5EF4-FFF2-40B4-BE49-F238E27FC236}">
                <a16:creationId xmlns:a16="http://schemas.microsoft.com/office/drawing/2014/main" id="{87C61F35-5C98-4533-85FF-B11E95E474B0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9667467" y="1358110"/>
            <a:ext cx="2133197" cy="4291069"/>
          </a:xfrm>
          <a:prstGeom prst="bentConnector4">
            <a:avLst>
              <a:gd name="adj1" fmla="val -10716"/>
              <a:gd name="adj2" fmla="val 10002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4" name="순서도: 처리 263">
            <a:extLst>
              <a:ext uri="{FF2B5EF4-FFF2-40B4-BE49-F238E27FC236}">
                <a16:creationId xmlns:a16="http://schemas.microsoft.com/office/drawing/2014/main" id="{BB2FEF7E-CF02-4693-925C-5FB93AADD126}"/>
              </a:ext>
            </a:extLst>
          </p:cNvPr>
          <p:cNvSpPr/>
          <p:nvPr/>
        </p:nvSpPr>
        <p:spPr>
          <a:xfrm>
            <a:off x="6963674" y="4507317"/>
            <a:ext cx="1656766" cy="32136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하강이 시작된다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372" name="말풍선: 사각형 371">
            <a:extLst>
              <a:ext uri="{FF2B5EF4-FFF2-40B4-BE49-F238E27FC236}">
                <a16:creationId xmlns:a16="http://schemas.microsoft.com/office/drawing/2014/main" id="{B7F4C429-6A72-4254-BA95-A6D7075A74E3}"/>
              </a:ext>
            </a:extLst>
          </p:cNvPr>
          <p:cNvSpPr/>
          <p:nvPr/>
        </p:nvSpPr>
        <p:spPr>
          <a:xfrm>
            <a:off x="87320" y="121162"/>
            <a:ext cx="1803400" cy="91624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점프 이동속도는 </a:t>
            </a:r>
            <a:r>
              <a:rPr lang="en-US" altLang="ko-KR" sz="1000" b="1" dirty="0"/>
              <a:t>0.5</a:t>
            </a:r>
            <a:r>
              <a:rPr lang="ko-KR" altLang="en-US" sz="1000" b="1" dirty="0"/>
              <a:t>초당 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2</a:t>
            </a:r>
            <a:r>
              <a:rPr lang="ko-KR" altLang="en-US" sz="1000" b="1" dirty="0"/>
              <a:t>타일 거리를 기준으로 하며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이 수치는 밸런스 조정 단계에서 변경 될 수 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  <a:p>
            <a:pPr algn="ctr"/>
            <a:endParaRPr lang="ko-KR" altLang="en-US" sz="1000" dirty="0"/>
          </a:p>
        </p:txBody>
      </p:sp>
      <p:sp>
        <p:nvSpPr>
          <p:cNvPr id="373" name="말풍선: 사각형 372">
            <a:extLst>
              <a:ext uri="{FF2B5EF4-FFF2-40B4-BE49-F238E27FC236}">
                <a16:creationId xmlns:a16="http://schemas.microsoft.com/office/drawing/2014/main" id="{68939E20-4BB7-429E-8F4F-C8E4B308CE29}"/>
              </a:ext>
            </a:extLst>
          </p:cNvPr>
          <p:cNvSpPr/>
          <p:nvPr/>
        </p:nvSpPr>
        <p:spPr>
          <a:xfrm>
            <a:off x="1971111" y="117777"/>
            <a:ext cx="1803400" cy="91624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점프의 궤도는 중력 가속도를 </a:t>
            </a:r>
            <a:r>
              <a:rPr lang="ko-KR" altLang="en-US" sz="1000" b="1" dirty="0" err="1"/>
              <a:t>변영</a:t>
            </a:r>
            <a:r>
              <a:rPr lang="en-US" altLang="ko-KR" sz="1000" b="1" dirty="0"/>
              <a:t>.</a:t>
            </a:r>
          </a:p>
          <a:p>
            <a:pPr algn="ctr"/>
            <a:r>
              <a:rPr lang="ko-KR" altLang="en-US" sz="1000" b="1" dirty="0"/>
              <a:t>높이 </a:t>
            </a:r>
            <a:r>
              <a:rPr lang="en-US" altLang="ko-KR" sz="1000" b="1" dirty="0"/>
              <a:t>80% </a:t>
            </a:r>
            <a:r>
              <a:rPr lang="ko-KR" altLang="en-US" sz="1000" b="1" dirty="0"/>
              <a:t>지점부터 </a:t>
            </a:r>
            <a:r>
              <a:rPr lang="en-US" altLang="ko-KR" sz="1000" b="1" dirty="0"/>
              <a:t>100%</a:t>
            </a:r>
            <a:r>
              <a:rPr lang="ko-KR" altLang="en-US" sz="1000" b="1" dirty="0"/>
              <a:t>지점까지 높이 </a:t>
            </a:r>
            <a:r>
              <a:rPr lang="en-US" altLang="ko-KR" sz="1000" b="1" dirty="0"/>
              <a:t>1%</a:t>
            </a:r>
            <a:r>
              <a:rPr lang="ko-KR" altLang="en-US" sz="1000" b="1" dirty="0"/>
              <a:t>당 </a:t>
            </a:r>
            <a:r>
              <a:rPr lang="en-US" altLang="ko-KR" sz="1000" b="1" dirty="0"/>
              <a:t>5%</a:t>
            </a:r>
            <a:r>
              <a:rPr lang="ko-KR" altLang="en-US" sz="1000" b="1" dirty="0"/>
              <a:t>의 속도 변화가 이루어짐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374" name="말풍선: 사각형 373">
            <a:extLst>
              <a:ext uri="{FF2B5EF4-FFF2-40B4-BE49-F238E27FC236}">
                <a16:creationId xmlns:a16="http://schemas.microsoft.com/office/drawing/2014/main" id="{6E329FC7-FBC5-44D2-9250-1A5183A9C967}"/>
              </a:ext>
            </a:extLst>
          </p:cNvPr>
          <p:cNvSpPr/>
          <p:nvPr/>
        </p:nvSpPr>
        <p:spPr>
          <a:xfrm>
            <a:off x="3852109" y="119301"/>
            <a:ext cx="1803400" cy="91624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하강 시 가속도는 원래 속도의 </a:t>
            </a:r>
            <a:r>
              <a:rPr lang="en-US" altLang="ko-KR" sz="1000" b="1" dirty="0"/>
              <a:t>100%</a:t>
            </a:r>
            <a:r>
              <a:rPr lang="ko-KR" altLang="en-US" sz="1000" b="1" dirty="0"/>
              <a:t>이다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430" name="순서도: 판단 429">
            <a:extLst>
              <a:ext uri="{FF2B5EF4-FFF2-40B4-BE49-F238E27FC236}">
                <a16:creationId xmlns:a16="http://schemas.microsoft.com/office/drawing/2014/main" id="{BA1E4ED3-1046-41E2-A15F-C39D941D7299}"/>
              </a:ext>
            </a:extLst>
          </p:cNvPr>
          <p:cNvSpPr/>
          <p:nvPr/>
        </p:nvSpPr>
        <p:spPr>
          <a:xfrm>
            <a:off x="5190154" y="2027518"/>
            <a:ext cx="2343174" cy="63378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2</a:t>
            </a:r>
            <a:r>
              <a:rPr lang="ko-KR" altLang="en-US" sz="1000" b="1" dirty="0"/>
              <a:t>타일 높이까지 상승 했는가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441" name="직선 화살표 연결선 26">
            <a:extLst>
              <a:ext uri="{FF2B5EF4-FFF2-40B4-BE49-F238E27FC236}">
                <a16:creationId xmlns:a16="http://schemas.microsoft.com/office/drawing/2014/main" id="{CCA6E5B2-F07D-445D-983E-27BBA9983AD1}"/>
              </a:ext>
            </a:extLst>
          </p:cNvPr>
          <p:cNvCxnSpPr>
            <a:cxnSpLocks/>
            <a:stCxn id="430" idx="3"/>
            <a:endCxn id="264" idx="0"/>
          </p:cNvCxnSpPr>
          <p:nvPr/>
        </p:nvCxnSpPr>
        <p:spPr>
          <a:xfrm>
            <a:off x="7533328" y="2344409"/>
            <a:ext cx="258729" cy="216290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4" name="TextBox 443">
            <a:extLst>
              <a:ext uri="{FF2B5EF4-FFF2-40B4-BE49-F238E27FC236}">
                <a16:creationId xmlns:a16="http://schemas.microsoft.com/office/drawing/2014/main" id="{DA928F7D-0CBC-4869-9D3A-0556B0B996E4}"/>
              </a:ext>
            </a:extLst>
          </p:cNvPr>
          <p:cNvSpPr txBox="1"/>
          <p:nvPr/>
        </p:nvSpPr>
        <p:spPr>
          <a:xfrm>
            <a:off x="7733098" y="3226869"/>
            <a:ext cx="495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51627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154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A07</dc:creator>
  <cp:lastModifiedBy>A07</cp:lastModifiedBy>
  <cp:revision>13</cp:revision>
  <dcterms:created xsi:type="dcterms:W3CDTF">2026-05-19T10:39:58Z</dcterms:created>
  <dcterms:modified xsi:type="dcterms:W3CDTF">2026-05-19T12:50:44Z</dcterms:modified>
</cp:coreProperties>
</file>