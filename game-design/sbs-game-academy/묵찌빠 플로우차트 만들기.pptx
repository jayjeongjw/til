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E67D866-AC49-4B7C-A427-115C26FCE4E8}" v="37" dt="2026-05-15T11:24:25.34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60" autoAdjust="0"/>
    <p:restoredTop sz="94660"/>
  </p:normalViewPr>
  <p:slideViewPr>
    <p:cSldViewPr snapToGrid="0">
      <p:cViewPr varScale="1">
        <p:scale>
          <a:sx n="135" d="100"/>
          <a:sy n="135" d="100"/>
        </p:scale>
        <p:origin x="138" y="6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재우 정" userId="e3daf6144271f291" providerId="LiveId" clId="{7C0A1077-1E75-473B-AD7B-6C7C62AD3E9F}"/>
    <pc:docChg chg="undo custSel modSld">
      <pc:chgData name="재우 정" userId="e3daf6144271f291" providerId="LiveId" clId="{7C0A1077-1E75-473B-AD7B-6C7C62AD3E9F}" dt="2026-05-15T11:27:44.060" v="802" actId="1076"/>
      <pc:docMkLst>
        <pc:docMk/>
      </pc:docMkLst>
      <pc:sldChg chg="addSp delSp modSp mod">
        <pc:chgData name="재우 정" userId="e3daf6144271f291" providerId="LiveId" clId="{7C0A1077-1E75-473B-AD7B-6C7C62AD3E9F}" dt="2026-05-15T11:27:44.060" v="802" actId="1076"/>
        <pc:sldMkLst>
          <pc:docMk/>
          <pc:sldMk cId="3766218975" sldId="256"/>
        </pc:sldMkLst>
        <pc:spChg chg="mod">
          <ac:chgData name="재우 정" userId="e3daf6144271f291" providerId="LiveId" clId="{7C0A1077-1E75-473B-AD7B-6C7C62AD3E9F}" dt="2026-05-15T10:59:52.964" v="227" actId="20577"/>
          <ac:spMkLst>
            <pc:docMk/>
            <pc:sldMk cId="3766218975" sldId="256"/>
            <ac:spMk id="4" creationId="{916A1234-3AC9-4C82-837D-E96BE02F2A2D}"/>
          </ac:spMkLst>
        </pc:spChg>
        <pc:spChg chg="add del mod">
          <ac:chgData name="재우 정" userId="e3daf6144271f291" providerId="LiveId" clId="{7C0A1077-1E75-473B-AD7B-6C7C62AD3E9F}" dt="2026-05-15T11:27:24.632" v="796" actId="478"/>
          <ac:spMkLst>
            <pc:docMk/>
            <pc:sldMk cId="3766218975" sldId="256"/>
            <ac:spMk id="22" creationId="{4B6118EA-96AB-0872-C747-D6066545589F}"/>
          </ac:spMkLst>
        </pc:spChg>
        <pc:spChg chg="add mod">
          <ac:chgData name="재우 정" userId="e3daf6144271f291" providerId="LiveId" clId="{7C0A1077-1E75-473B-AD7B-6C7C62AD3E9F}" dt="2026-05-15T11:27:44.060" v="802" actId="1076"/>
          <ac:spMkLst>
            <pc:docMk/>
            <pc:sldMk cId="3766218975" sldId="256"/>
            <ac:spMk id="33" creationId="{D89C1369-D0FD-D46B-70D5-1835AD9EF822}"/>
          </ac:spMkLst>
        </pc:spChg>
        <pc:spChg chg="add del mod">
          <ac:chgData name="재우 정" userId="e3daf6144271f291" providerId="LiveId" clId="{7C0A1077-1E75-473B-AD7B-6C7C62AD3E9F}" dt="2026-05-15T11:12:37.642" v="528" actId="478"/>
          <ac:spMkLst>
            <pc:docMk/>
            <pc:sldMk cId="3766218975" sldId="256"/>
            <ac:spMk id="48" creationId="{43BF1849-31EA-D879-979B-705E4F40F7FE}"/>
          </ac:spMkLst>
        </pc:spChg>
        <pc:spChg chg="mod">
          <ac:chgData name="재우 정" userId="e3daf6144271f291" providerId="LiveId" clId="{7C0A1077-1E75-473B-AD7B-6C7C62AD3E9F}" dt="2026-05-15T11:23:13.496" v="719" actId="1076"/>
          <ac:spMkLst>
            <pc:docMk/>
            <pc:sldMk cId="3766218975" sldId="256"/>
            <ac:spMk id="107" creationId="{AAD9A41B-97D7-4B5B-B286-BE83EB0FCDFC}"/>
          </ac:spMkLst>
        </pc:spChg>
        <pc:spChg chg="mod">
          <ac:chgData name="재우 정" userId="e3daf6144271f291" providerId="LiveId" clId="{7C0A1077-1E75-473B-AD7B-6C7C62AD3E9F}" dt="2026-05-15T10:57:02.456" v="7" actId="20577"/>
          <ac:spMkLst>
            <pc:docMk/>
            <pc:sldMk cId="3766218975" sldId="256"/>
            <ac:spMk id="370" creationId="{18FD8584-FB89-4847-8BE3-C759796DE878}"/>
          </ac:spMkLst>
        </pc:spChg>
        <pc:spChg chg="mod">
          <ac:chgData name="재우 정" userId="e3daf6144271f291" providerId="LiveId" clId="{7C0A1077-1E75-473B-AD7B-6C7C62AD3E9F}" dt="2026-05-15T11:13:17.305" v="538" actId="1076"/>
          <ac:spMkLst>
            <pc:docMk/>
            <pc:sldMk cId="3766218975" sldId="256"/>
            <ac:spMk id="377" creationId="{FBC1A2BF-FE04-4790-B171-5F58161A0BA2}"/>
          </ac:spMkLst>
        </pc:spChg>
        <pc:spChg chg="mod">
          <ac:chgData name="재우 정" userId="e3daf6144271f291" providerId="LiveId" clId="{7C0A1077-1E75-473B-AD7B-6C7C62AD3E9F}" dt="2026-05-15T11:13:22.259" v="539" actId="1076"/>
          <ac:spMkLst>
            <pc:docMk/>
            <pc:sldMk cId="3766218975" sldId="256"/>
            <ac:spMk id="388" creationId="{1BF402D2-EE6C-4DFB-B48B-B52CFF6D4079}"/>
          </ac:spMkLst>
        </pc:spChg>
        <pc:spChg chg="mod">
          <ac:chgData name="재우 정" userId="e3daf6144271f291" providerId="LiveId" clId="{7C0A1077-1E75-473B-AD7B-6C7C62AD3E9F}" dt="2026-05-15T11:15:03.436" v="570" actId="1076"/>
          <ac:spMkLst>
            <pc:docMk/>
            <pc:sldMk cId="3766218975" sldId="256"/>
            <ac:spMk id="389" creationId="{B7341EBC-6E38-4A88-9B3E-874AD706BA1F}"/>
          </ac:spMkLst>
        </pc:spChg>
        <pc:spChg chg="del mod">
          <ac:chgData name="재우 정" userId="e3daf6144271f291" providerId="LiveId" clId="{7C0A1077-1E75-473B-AD7B-6C7C62AD3E9F}" dt="2026-05-15T11:00:52.248" v="285" actId="478"/>
          <ac:spMkLst>
            <pc:docMk/>
            <pc:sldMk cId="3766218975" sldId="256"/>
            <ac:spMk id="393" creationId="{AEB3D022-75FE-4531-B31B-37839D2E27F0}"/>
          </ac:spMkLst>
        </pc:spChg>
        <pc:spChg chg="del mod">
          <ac:chgData name="재우 정" userId="e3daf6144271f291" providerId="LiveId" clId="{7C0A1077-1E75-473B-AD7B-6C7C62AD3E9F}" dt="2026-05-15T11:00:52.248" v="285" actId="478"/>
          <ac:spMkLst>
            <pc:docMk/>
            <pc:sldMk cId="3766218975" sldId="256"/>
            <ac:spMk id="399" creationId="{0C99B941-F954-4CB8-ABB7-D37ED2AA0722}"/>
          </ac:spMkLst>
        </pc:spChg>
        <pc:spChg chg="mod">
          <ac:chgData name="재우 정" userId="e3daf6144271f291" providerId="LiveId" clId="{7C0A1077-1E75-473B-AD7B-6C7C62AD3E9F}" dt="2026-05-15T11:18:00.249" v="616" actId="1076"/>
          <ac:spMkLst>
            <pc:docMk/>
            <pc:sldMk cId="3766218975" sldId="256"/>
            <ac:spMk id="407" creationId="{4AFD0173-9AF7-43E3-BD1B-170C4676FFFA}"/>
          </ac:spMkLst>
        </pc:spChg>
        <pc:spChg chg="mod">
          <ac:chgData name="재우 정" userId="e3daf6144271f291" providerId="LiveId" clId="{7C0A1077-1E75-473B-AD7B-6C7C62AD3E9F}" dt="2026-05-15T11:21:45.356" v="693" actId="1076"/>
          <ac:spMkLst>
            <pc:docMk/>
            <pc:sldMk cId="3766218975" sldId="256"/>
            <ac:spMk id="412" creationId="{A3ECACFD-F6F8-4F53-AA09-475902BBCC06}"/>
          </ac:spMkLst>
        </pc:spChg>
        <pc:spChg chg="del">
          <ac:chgData name="재우 정" userId="e3daf6144271f291" providerId="LiveId" clId="{7C0A1077-1E75-473B-AD7B-6C7C62AD3E9F}" dt="2026-05-15T11:00:52.248" v="285" actId="478"/>
          <ac:spMkLst>
            <pc:docMk/>
            <pc:sldMk cId="3766218975" sldId="256"/>
            <ac:spMk id="438" creationId="{469F43AA-E76C-49FE-894F-0EBB18EA75D1}"/>
          </ac:spMkLst>
        </pc:spChg>
        <pc:spChg chg="add mod">
          <ac:chgData name="재우 정" userId="e3daf6144271f291" providerId="LiveId" clId="{7C0A1077-1E75-473B-AD7B-6C7C62AD3E9F}" dt="2026-05-15T11:19:46.130" v="650" actId="1076"/>
          <ac:spMkLst>
            <pc:docMk/>
            <pc:sldMk cId="3766218975" sldId="256"/>
            <ac:spMk id="458" creationId="{6F023899-B0CA-4455-8636-10F3294EE5CD}"/>
          </ac:spMkLst>
        </pc:spChg>
        <pc:spChg chg="add mod">
          <ac:chgData name="재우 정" userId="e3daf6144271f291" providerId="LiveId" clId="{7C0A1077-1E75-473B-AD7B-6C7C62AD3E9F}" dt="2026-05-15T11:22:39.810" v="709" actId="1076"/>
          <ac:spMkLst>
            <pc:docMk/>
            <pc:sldMk cId="3766218975" sldId="256"/>
            <ac:spMk id="463" creationId="{873578E9-3213-9BEA-2555-1719FDC16DC7}"/>
          </ac:spMkLst>
        </pc:spChg>
        <pc:spChg chg="del">
          <ac:chgData name="재우 정" userId="e3daf6144271f291" providerId="LiveId" clId="{7C0A1077-1E75-473B-AD7B-6C7C62AD3E9F}" dt="2026-05-15T11:00:52.248" v="285" actId="478"/>
          <ac:spMkLst>
            <pc:docMk/>
            <pc:sldMk cId="3766218975" sldId="256"/>
            <ac:spMk id="464" creationId="{5443C906-8797-4566-9EA1-54968D3E668B}"/>
          </ac:spMkLst>
        </pc:spChg>
        <pc:spChg chg="del mod">
          <ac:chgData name="재우 정" userId="e3daf6144271f291" providerId="LiveId" clId="{7C0A1077-1E75-473B-AD7B-6C7C62AD3E9F}" dt="2026-05-15T11:12:38.654" v="530" actId="478"/>
          <ac:spMkLst>
            <pc:docMk/>
            <pc:sldMk cId="3766218975" sldId="256"/>
            <ac:spMk id="465" creationId="{E29D2CE0-42AE-4462-A3B6-BD2F9FEF3155}"/>
          </ac:spMkLst>
        </pc:spChg>
        <pc:spChg chg="del mod">
          <ac:chgData name="재우 정" userId="e3daf6144271f291" providerId="LiveId" clId="{7C0A1077-1E75-473B-AD7B-6C7C62AD3E9F}" dt="2026-05-15T11:22:24.919" v="706" actId="478"/>
          <ac:spMkLst>
            <pc:docMk/>
            <pc:sldMk cId="3766218975" sldId="256"/>
            <ac:spMk id="467" creationId="{5C60D09F-680A-401D-BFF4-CF00D4FBB4BE}"/>
          </ac:spMkLst>
        </pc:spChg>
        <pc:spChg chg="del">
          <ac:chgData name="재우 정" userId="e3daf6144271f291" providerId="LiveId" clId="{7C0A1077-1E75-473B-AD7B-6C7C62AD3E9F}" dt="2026-05-15T11:00:52.248" v="285" actId="478"/>
          <ac:spMkLst>
            <pc:docMk/>
            <pc:sldMk cId="3766218975" sldId="256"/>
            <ac:spMk id="468" creationId="{FC409F8D-4C04-4FAA-AC9B-0AC0E27C0383}"/>
          </ac:spMkLst>
        </pc:spChg>
        <pc:spChg chg="del mod">
          <ac:chgData name="재우 정" userId="e3daf6144271f291" providerId="LiveId" clId="{7C0A1077-1E75-473B-AD7B-6C7C62AD3E9F}" dt="2026-05-15T11:00:52.248" v="285" actId="478"/>
          <ac:spMkLst>
            <pc:docMk/>
            <pc:sldMk cId="3766218975" sldId="256"/>
            <ac:spMk id="469" creationId="{E2A60DEC-BD9A-4BA6-A55D-EE54B1FF95D2}"/>
          </ac:spMkLst>
        </pc:spChg>
        <pc:spChg chg="del mod">
          <ac:chgData name="재우 정" userId="e3daf6144271f291" providerId="LiveId" clId="{7C0A1077-1E75-473B-AD7B-6C7C62AD3E9F}" dt="2026-05-15T11:12:59.802" v="532" actId="478"/>
          <ac:spMkLst>
            <pc:docMk/>
            <pc:sldMk cId="3766218975" sldId="256"/>
            <ac:spMk id="470" creationId="{D8DF44E9-6BB2-4AD1-A1C3-E5C7ADCD763C}"/>
          </ac:spMkLst>
        </pc:spChg>
        <pc:spChg chg="del mod">
          <ac:chgData name="재우 정" userId="e3daf6144271f291" providerId="LiveId" clId="{7C0A1077-1E75-473B-AD7B-6C7C62AD3E9F}" dt="2026-05-15T11:04:54.289" v="465" actId="478"/>
          <ac:spMkLst>
            <pc:docMk/>
            <pc:sldMk cId="3766218975" sldId="256"/>
            <ac:spMk id="471" creationId="{73C41714-D187-4D3D-A74F-B8507FF4E68C}"/>
          </ac:spMkLst>
        </pc:spChg>
        <pc:spChg chg="del mod">
          <ac:chgData name="재우 정" userId="e3daf6144271f291" providerId="LiveId" clId="{7C0A1077-1E75-473B-AD7B-6C7C62AD3E9F}" dt="2026-05-15T11:14:03.288" v="547" actId="478"/>
          <ac:spMkLst>
            <pc:docMk/>
            <pc:sldMk cId="3766218975" sldId="256"/>
            <ac:spMk id="472" creationId="{7D047BAE-2FEE-4609-96FF-323B5FCDD260}"/>
          </ac:spMkLst>
        </pc:spChg>
        <pc:spChg chg="del mod">
          <ac:chgData name="재우 정" userId="e3daf6144271f291" providerId="LiveId" clId="{7C0A1077-1E75-473B-AD7B-6C7C62AD3E9F}" dt="2026-05-15T11:22:26.183" v="707" actId="478"/>
          <ac:spMkLst>
            <pc:docMk/>
            <pc:sldMk cId="3766218975" sldId="256"/>
            <ac:spMk id="473" creationId="{6A068873-BD91-4583-8E6B-166409285B76}"/>
          </ac:spMkLst>
        </pc:spChg>
        <pc:spChg chg="del">
          <ac:chgData name="재우 정" userId="e3daf6144271f291" providerId="LiveId" clId="{7C0A1077-1E75-473B-AD7B-6C7C62AD3E9F}" dt="2026-05-15T11:00:52.248" v="285" actId="478"/>
          <ac:spMkLst>
            <pc:docMk/>
            <pc:sldMk cId="3766218975" sldId="256"/>
            <ac:spMk id="474" creationId="{586457A1-70D1-4B2D-9DD1-7534C12062BD}"/>
          </ac:spMkLst>
        </pc:spChg>
        <pc:spChg chg="add del mod">
          <ac:chgData name="재우 정" userId="e3daf6144271f291" providerId="LiveId" clId="{7C0A1077-1E75-473B-AD7B-6C7C62AD3E9F}" dt="2026-05-15T11:21:11.931" v="680" actId="478"/>
          <ac:spMkLst>
            <pc:docMk/>
            <pc:sldMk cId="3766218975" sldId="256"/>
            <ac:spMk id="480" creationId="{EEF1667F-42B9-69A8-14D7-D53186ADCE78}"/>
          </ac:spMkLst>
        </pc:spChg>
        <pc:spChg chg="mod">
          <ac:chgData name="재우 정" userId="e3daf6144271f291" providerId="LiveId" clId="{7C0A1077-1E75-473B-AD7B-6C7C62AD3E9F}" dt="2026-05-15T11:27:03.013" v="768" actId="20577"/>
          <ac:spMkLst>
            <pc:docMk/>
            <pc:sldMk cId="3766218975" sldId="256"/>
            <ac:spMk id="485" creationId="{6A6EFADE-9B50-4175-8E89-B0763EFF2B03}"/>
          </ac:spMkLst>
        </pc:spChg>
        <pc:spChg chg="add del mod">
          <ac:chgData name="재우 정" userId="e3daf6144271f291" providerId="LiveId" clId="{7C0A1077-1E75-473B-AD7B-6C7C62AD3E9F}" dt="2026-05-15T11:21:09.944" v="678" actId="478"/>
          <ac:spMkLst>
            <pc:docMk/>
            <pc:sldMk cId="3766218975" sldId="256"/>
            <ac:spMk id="493" creationId="{D7B0CF0B-AEAB-156A-DB7B-EFE8C8C73676}"/>
          </ac:spMkLst>
        </pc:spChg>
        <pc:spChg chg="add del mod">
          <ac:chgData name="재우 정" userId="e3daf6144271f291" providerId="LiveId" clId="{7C0A1077-1E75-473B-AD7B-6C7C62AD3E9F}" dt="2026-05-15T11:12:36.754" v="527" actId="478"/>
          <ac:spMkLst>
            <pc:docMk/>
            <pc:sldMk cId="3766218975" sldId="256"/>
            <ac:spMk id="494" creationId="{8E3D758B-86AB-2DDD-00AC-5C94270528DE}"/>
          </ac:spMkLst>
        </pc:spChg>
        <pc:spChg chg="add del mod">
          <ac:chgData name="재우 정" userId="e3daf6144271f291" providerId="LiveId" clId="{7C0A1077-1E75-473B-AD7B-6C7C62AD3E9F}" dt="2026-05-15T11:27:08.421" v="788" actId="478"/>
          <ac:spMkLst>
            <pc:docMk/>
            <pc:sldMk cId="3766218975" sldId="256"/>
            <ac:spMk id="495" creationId="{BA2DACA4-F934-EF5F-1C38-5D3994FC59FA}"/>
          </ac:spMkLst>
        </pc:spChg>
        <pc:spChg chg="add mod">
          <ac:chgData name="재우 정" userId="e3daf6144271f291" providerId="LiveId" clId="{7C0A1077-1E75-473B-AD7B-6C7C62AD3E9F}" dt="2026-05-15T11:27:16.594" v="792" actId="1076"/>
          <ac:spMkLst>
            <pc:docMk/>
            <pc:sldMk cId="3766218975" sldId="256"/>
            <ac:spMk id="496" creationId="{DB01F2FD-6194-94DB-5B86-2B6015FAA037}"/>
          </ac:spMkLst>
        </pc:spChg>
        <pc:spChg chg="del mod">
          <ac:chgData name="재우 정" userId="e3daf6144271f291" providerId="LiveId" clId="{7C0A1077-1E75-473B-AD7B-6C7C62AD3E9F}" dt="2026-05-15T10:59:26.035" v="147" actId="478"/>
          <ac:spMkLst>
            <pc:docMk/>
            <pc:sldMk cId="3766218975" sldId="256"/>
            <ac:spMk id="515" creationId="{596ECA42-2181-43C2-AE95-23C322BD0673}"/>
          </ac:spMkLst>
        </pc:spChg>
        <pc:spChg chg="add mod">
          <ac:chgData name="재우 정" userId="e3daf6144271f291" providerId="LiveId" clId="{7C0A1077-1E75-473B-AD7B-6C7C62AD3E9F}" dt="2026-05-15T11:18:53.221" v="631" actId="1076"/>
          <ac:spMkLst>
            <pc:docMk/>
            <pc:sldMk cId="3766218975" sldId="256"/>
            <ac:spMk id="537" creationId="{8528470A-5993-62DF-015F-92346AA9D372}"/>
          </ac:spMkLst>
        </pc:spChg>
        <pc:spChg chg="add mod">
          <ac:chgData name="재우 정" userId="e3daf6144271f291" providerId="LiveId" clId="{7C0A1077-1E75-473B-AD7B-6C7C62AD3E9F}" dt="2026-05-15T11:27:07.436" v="787" actId="20577"/>
          <ac:spMkLst>
            <pc:docMk/>
            <pc:sldMk cId="3766218975" sldId="256"/>
            <ac:spMk id="548" creationId="{C6FDDAF7-22C1-38D1-F6F3-45A3E42409C7}"/>
          </ac:spMkLst>
        </pc:spChg>
        <pc:cxnChg chg="add del mod">
          <ac:chgData name="재우 정" userId="e3daf6144271f291" providerId="LiveId" clId="{7C0A1077-1E75-473B-AD7B-6C7C62AD3E9F}" dt="2026-05-15T11:14:30.568" v="554" actId="478"/>
          <ac:cxnSpMkLst>
            <pc:docMk/>
            <pc:sldMk cId="3766218975" sldId="256"/>
            <ac:cxnSpMk id="36" creationId="{25151D35-EB9A-BCBA-373A-BD6F616D1D14}"/>
          </ac:cxnSpMkLst>
        </pc:cxnChg>
        <pc:cxnChg chg="del">
          <ac:chgData name="재우 정" userId="e3daf6144271f291" providerId="LiveId" clId="{7C0A1077-1E75-473B-AD7B-6C7C62AD3E9F}" dt="2026-05-15T11:00:52.911" v="286" actId="478"/>
          <ac:cxnSpMkLst>
            <pc:docMk/>
            <pc:sldMk cId="3766218975" sldId="256"/>
            <ac:cxnSpMk id="50" creationId="{F4073E16-029C-4A4D-90E2-11DC872EC736}"/>
          </ac:cxnSpMkLst>
        </pc:cxnChg>
        <pc:cxnChg chg="mod">
          <ac:chgData name="재우 정" userId="e3daf6144271f291" providerId="LiveId" clId="{7C0A1077-1E75-473B-AD7B-6C7C62AD3E9F}" dt="2026-05-15T10:57:35.314" v="11" actId="14100"/>
          <ac:cxnSpMkLst>
            <pc:docMk/>
            <pc:sldMk cId="3766218975" sldId="256"/>
            <ac:cxnSpMk id="51" creationId="{3B8C7EFE-AF5F-41FF-8713-3551F97BB55D}"/>
          </ac:cxnSpMkLst>
        </pc:cxnChg>
        <pc:cxnChg chg="add mod">
          <ac:chgData name="재우 정" userId="e3daf6144271f291" providerId="LiveId" clId="{7C0A1077-1E75-473B-AD7B-6C7C62AD3E9F}" dt="2026-05-15T11:17:12.252" v="599" actId="14100"/>
          <ac:cxnSpMkLst>
            <pc:docMk/>
            <pc:sldMk cId="3766218975" sldId="256"/>
            <ac:cxnSpMk id="111" creationId="{1E269488-C299-8B1E-41F7-727441AD70A3}"/>
          </ac:cxnSpMkLst>
        </pc:cxnChg>
        <pc:cxnChg chg="add mod">
          <ac:chgData name="재우 정" userId="e3daf6144271f291" providerId="LiveId" clId="{7C0A1077-1E75-473B-AD7B-6C7C62AD3E9F}" dt="2026-05-15T11:21:45.356" v="693" actId="1076"/>
          <ac:cxnSpMkLst>
            <pc:docMk/>
            <pc:sldMk cId="3766218975" sldId="256"/>
            <ac:cxnSpMk id="122" creationId="{0412E512-C27B-DD25-646A-DE05D33E4106}"/>
          </ac:cxnSpMkLst>
        </pc:cxnChg>
        <pc:cxnChg chg="add mod">
          <ac:chgData name="재우 정" userId="e3daf6144271f291" providerId="LiveId" clId="{7C0A1077-1E75-473B-AD7B-6C7C62AD3E9F}" dt="2026-05-15T11:18:00.249" v="616" actId="1076"/>
          <ac:cxnSpMkLst>
            <pc:docMk/>
            <pc:sldMk cId="3766218975" sldId="256"/>
            <ac:cxnSpMk id="126" creationId="{DB7EB2C8-0B7A-2C09-3754-68D0E823127E}"/>
          </ac:cxnSpMkLst>
        </pc:cxnChg>
        <pc:cxnChg chg="add mod">
          <ac:chgData name="재우 정" userId="e3daf6144271f291" providerId="LiveId" clId="{7C0A1077-1E75-473B-AD7B-6C7C62AD3E9F}" dt="2026-05-15T11:23:09.531" v="718" actId="14100"/>
          <ac:cxnSpMkLst>
            <pc:docMk/>
            <pc:sldMk cId="3766218975" sldId="256"/>
            <ac:cxnSpMk id="328" creationId="{E97C8AEF-A1BE-2ED9-9580-98B657F7B7DE}"/>
          </ac:cxnSpMkLst>
        </pc:cxnChg>
        <pc:cxnChg chg="add mod">
          <ac:chgData name="재우 정" userId="e3daf6144271f291" providerId="LiveId" clId="{7C0A1077-1E75-473B-AD7B-6C7C62AD3E9F}" dt="2026-05-15T11:22:59.879" v="716" actId="14100"/>
          <ac:cxnSpMkLst>
            <pc:docMk/>
            <pc:sldMk cId="3766218975" sldId="256"/>
            <ac:cxnSpMk id="335" creationId="{1AC720D1-7F16-D601-3C5E-8C688865E495}"/>
          </ac:cxnSpMkLst>
        </pc:cxnChg>
        <pc:cxnChg chg="add mod">
          <ac:chgData name="재우 정" userId="e3daf6144271f291" providerId="LiveId" clId="{7C0A1077-1E75-473B-AD7B-6C7C62AD3E9F}" dt="2026-05-15T11:23:22.912" v="722" actId="14100"/>
          <ac:cxnSpMkLst>
            <pc:docMk/>
            <pc:sldMk cId="3766218975" sldId="256"/>
            <ac:cxnSpMk id="340" creationId="{9DF9247E-5EC9-D754-A0F4-2A4C412480F5}"/>
          </ac:cxnSpMkLst>
        </pc:cxnChg>
        <pc:cxnChg chg="add del mod">
          <ac:chgData name="재우 정" userId="e3daf6144271f291" providerId="LiveId" clId="{7C0A1077-1E75-473B-AD7B-6C7C62AD3E9F}" dt="2026-05-15T11:24:10.496" v="740" actId="478"/>
          <ac:cxnSpMkLst>
            <pc:docMk/>
            <pc:sldMk cId="3766218975" sldId="256"/>
            <ac:cxnSpMk id="343" creationId="{F374C97F-C6BC-9437-DFE5-EAF1EA28D107}"/>
          </ac:cxnSpMkLst>
        </pc:cxnChg>
        <pc:cxnChg chg="add del mod">
          <ac:chgData name="재우 정" userId="e3daf6144271f291" providerId="LiveId" clId="{7C0A1077-1E75-473B-AD7B-6C7C62AD3E9F}" dt="2026-05-15T11:24:24.321" v="742" actId="11529"/>
          <ac:cxnSpMkLst>
            <pc:docMk/>
            <pc:sldMk cId="3766218975" sldId="256"/>
            <ac:cxnSpMk id="355" creationId="{F311F069-612A-63DC-2401-FF693EFF9628}"/>
          </ac:cxnSpMkLst>
        </pc:cxnChg>
        <pc:cxnChg chg="add mod">
          <ac:chgData name="재우 정" userId="e3daf6144271f291" providerId="LiveId" clId="{7C0A1077-1E75-473B-AD7B-6C7C62AD3E9F}" dt="2026-05-15T11:25:06.055" v="754" actId="14100"/>
          <ac:cxnSpMkLst>
            <pc:docMk/>
            <pc:sldMk cId="3766218975" sldId="256"/>
            <ac:cxnSpMk id="356" creationId="{1813DC77-9853-F945-C350-67798E88B31F}"/>
          </ac:cxnSpMkLst>
        </pc:cxnChg>
        <pc:cxnChg chg="del mod">
          <ac:chgData name="재우 정" userId="e3daf6144271f291" providerId="LiveId" clId="{7C0A1077-1E75-473B-AD7B-6C7C62AD3E9F}" dt="2026-05-15T11:00:52.248" v="285" actId="478"/>
          <ac:cxnSpMkLst>
            <pc:docMk/>
            <pc:sldMk cId="3766218975" sldId="256"/>
            <ac:cxnSpMk id="380" creationId="{7BC9028D-F1FA-4D30-A29A-C64163F48BC6}"/>
          </ac:cxnSpMkLst>
        </pc:cxnChg>
        <pc:cxnChg chg="mod">
          <ac:chgData name="재우 정" userId="e3daf6144271f291" providerId="LiveId" clId="{7C0A1077-1E75-473B-AD7B-6C7C62AD3E9F}" dt="2026-05-15T11:13:17.305" v="538" actId="1076"/>
          <ac:cxnSpMkLst>
            <pc:docMk/>
            <pc:sldMk cId="3766218975" sldId="256"/>
            <ac:cxnSpMk id="381" creationId="{CB50C371-DB5B-4D4A-8072-3614808E66C2}"/>
          </ac:cxnSpMkLst>
        </pc:cxnChg>
        <pc:cxnChg chg="del mod">
          <ac:chgData name="재우 정" userId="e3daf6144271f291" providerId="LiveId" clId="{7C0A1077-1E75-473B-AD7B-6C7C62AD3E9F}" dt="2026-05-15T10:58:04.696" v="18" actId="478"/>
          <ac:cxnSpMkLst>
            <pc:docMk/>
            <pc:sldMk cId="3766218975" sldId="256"/>
            <ac:cxnSpMk id="384" creationId="{4180C53F-5964-45DF-998B-95CDEE300535}"/>
          </ac:cxnSpMkLst>
        </pc:cxnChg>
        <pc:cxnChg chg="mod">
          <ac:chgData name="재우 정" userId="e3daf6144271f291" providerId="LiveId" clId="{7C0A1077-1E75-473B-AD7B-6C7C62AD3E9F}" dt="2026-05-15T11:13:22.259" v="539" actId="1076"/>
          <ac:cxnSpMkLst>
            <pc:docMk/>
            <pc:sldMk cId="3766218975" sldId="256"/>
            <ac:cxnSpMk id="387" creationId="{A2EAA474-CF64-4E72-A409-B8C448A400E7}"/>
          </ac:cxnSpMkLst>
        </pc:cxnChg>
        <pc:cxnChg chg="del mod">
          <ac:chgData name="재우 정" userId="e3daf6144271f291" providerId="LiveId" clId="{7C0A1077-1E75-473B-AD7B-6C7C62AD3E9F}" dt="2026-05-15T11:14:31.264" v="555" actId="478"/>
          <ac:cxnSpMkLst>
            <pc:docMk/>
            <pc:sldMk cId="3766218975" sldId="256"/>
            <ac:cxnSpMk id="390" creationId="{4E90533E-35F7-4852-A3BE-61C4E69E3DE8}"/>
          </ac:cxnSpMkLst>
        </pc:cxnChg>
        <pc:cxnChg chg="del mod">
          <ac:chgData name="재우 정" userId="e3daf6144271f291" providerId="LiveId" clId="{7C0A1077-1E75-473B-AD7B-6C7C62AD3E9F}" dt="2026-05-15T11:00:52.248" v="285" actId="478"/>
          <ac:cxnSpMkLst>
            <pc:docMk/>
            <pc:sldMk cId="3766218975" sldId="256"/>
            <ac:cxnSpMk id="396" creationId="{E75E7472-AC18-4323-BC06-E2F8D7B4A441}"/>
          </ac:cxnSpMkLst>
        </pc:cxnChg>
        <pc:cxnChg chg="mod">
          <ac:chgData name="재우 정" userId="e3daf6144271f291" providerId="LiveId" clId="{7C0A1077-1E75-473B-AD7B-6C7C62AD3E9F}" dt="2026-05-15T11:15:03.436" v="570" actId="1076"/>
          <ac:cxnSpMkLst>
            <pc:docMk/>
            <pc:sldMk cId="3766218975" sldId="256"/>
            <ac:cxnSpMk id="402" creationId="{66CECBA9-4D9C-48A2-8366-4EE6E7639CA3}"/>
          </ac:cxnSpMkLst>
        </pc:cxnChg>
        <pc:cxnChg chg="del mod">
          <ac:chgData name="재우 정" userId="e3daf6144271f291" providerId="LiveId" clId="{7C0A1077-1E75-473B-AD7B-6C7C62AD3E9F}" dt="2026-05-15T11:12:32.066" v="521" actId="478"/>
          <ac:cxnSpMkLst>
            <pc:docMk/>
            <pc:sldMk cId="3766218975" sldId="256"/>
            <ac:cxnSpMk id="413" creationId="{8BB179E8-F79A-43A4-9446-4869265E6290}"/>
          </ac:cxnSpMkLst>
        </pc:cxnChg>
        <pc:cxnChg chg="del mod">
          <ac:chgData name="재우 정" userId="e3daf6144271f291" providerId="LiveId" clId="{7C0A1077-1E75-473B-AD7B-6C7C62AD3E9F}" dt="2026-05-15T11:14:37.952" v="560" actId="478"/>
          <ac:cxnSpMkLst>
            <pc:docMk/>
            <pc:sldMk cId="3766218975" sldId="256"/>
            <ac:cxnSpMk id="415" creationId="{06E8F56F-7A72-45F2-8BD7-E492F9429885}"/>
          </ac:cxnSpMkLst>
        </pc:cxnChg>
        <pc:cxnChg chg="add del mod">
          <ac:chgData name="재우 정" userId="e3daf6144271f291" providerId="LiveId" clId="{7C0A1077-1E75-473B-AD7B-6C7C62AD3E9F}" dt="2026-05-15T11:16:05.927" v="585" actId="478"/>
          <ac:cxnSpMkLst>
            <pc:docMk/>
            <pc:sldMk cId="3766218975" sldId="256"/>
            <ac:cxnSpMk id="452" creationId="{2855B751-593F-8482-9A2A-1322AA826603}"/>
          </ac:cxnSpMkLst>
        </pc:cxnChg>
        <pc:cxnChg chg="del mod">
          <ac:chgData name="재우 정" userId="e3daf6144271f291" providerId="LiveId" clId="{7C0A1077-1E75-473B-AD7B-6C7C62AD3E9F}" dt="2026-05-15T11:00:53.474" v="287" actId="478"/>
          <ac:cxnSpMkLst>
            <pc:docMk/>
            <pc:sldMk cId="3766218975" sldId="256"/>
            <ac:cxnSpMk id="453" creationId="{0683745D-2A9A-4FDC-AE28-85A05CF563C9}"/>
          </ac:cxnSpMkLst>
        </pc:cxnChg>
        <pc:cxnChg chg="del mod">
          <ac:chgData name="재우 정" userId="e3daf6144271f291" providerId="LiveId" clId="{7C0A1077-1E75-473B-AD7B-6C7C62AD3E9F}" dt="2026-05-15T11:27:25.558" v="797" actId="478"/>
          <ac:cxnSpMkLst>
            <pc:docMk/>
            <pc:sldMk cId="3766218975" sldId="256"/>
            <ac:cxnSpMk id="457" creationId="{E132BD78-3A34-4C08-AE86-395A7859B69D}"/>
          </ac:cxnSpMkLst>
        </pc:cxnChg>
        <pc:cxnChg chg="add del mod">
          <ac:chgData name="재우 정" userId="e3daf6144271f291" providerId="LiveId" clId="{7C0A1077-1E75-473B-AD7B-6C7C62AD3E9F}" dt="2026-05-15T11:12:32.515" v="522" actId="478"/>
          <ac:cxnSpMkLst>
            <pc:docMk/>
            <pc:sldMk cId="3766218975" sldId="256"/>
            <ac:cxnSpMk id="460" creationId="{35233265-DD01-CB78-1D04-1FDE70EED07E}"/>
          </ac:cxnSpMkLst>
        </pc:cxnChg>
        <pc:cxnChg chg="add del mod">
          <ac:chgData name="재우 정" userId="e3daf6144271f291" providerId="LiveId" clId="{7C0A1077-1E75-473B-AD7B-6C7C62AD3E9F}" dt="2026-05-15T11:20:56.642" v="667" actId="478"/>
          <ac:cxnSpMkLst>
            <pc:docMk/>
            <pc:sldMk cId="3766218975" sldId="256"/>
            <ac:cxnSpMk id="466" creationId="{44BEECFA-E344-1B56-E4E9-9E8D91020E90}"/>
          </ac:cxnSpMkLst>
        </pc:cxnChg>
        <pc:cxnChg chg="del mod">
          <ac:chgData name="재우 정" userId="e3daf6144271f291" providerId="LiveId" clId="{7C0A1077-1E75-473B-AD7B-6C7C62AD3E9F}" dt="2026-05-15T11:14:50.471" v="565" actId="478"/>
          <ac:cxnSpMkLst>
            <pc:docMk/>
            <pc:sldMk cId="3766218975" sldId="256"/>
            <ac:cxnSpMk id="475" creationId="{3897E852-D424-4D7E-834E-791546575837}"/>
          </ac:cxnSpMkLst>
        </pc:cxnChg>
        <pc:cxnChg chg="add del mod">
          <ac:chgData name="재우 정" userId="e3daf6144271f291" providerId="LiveId" clId="{7C0A1077-1E75-473B-AD7B-6C7C62AD3E9F}" dt="2026-05-15T11:12:33.292" v="523" actId="478"/>
          <ac:cxnSpMkLst>
            <pc:docMk/>
            <pc:sldMk cId="3766218975" sldId="256"/>
            <ac:cxnSpMk id="481" creationId="{4EE16644-DDB5-4365-7739-417A6C37B815}"/>
          </ac:cxnSpMkLst>
        </pc:cxnChg>
        <pc:cxnChg chg="add del mod">
          <ac:chgData name="재우 정" userId="e3daf6144271f291" providerId="LiveId" clId="{7C0A1077-1E75-473B-AD7B-6C7C62AD3E9F}" dt="2026-05-15T11:12:34.386" v="524" actId="478"/>
          <ac:cxnSpMkLst>
            <pc:docMk/>
            <pc:sldMk cId="3766218975" sldId="256"/>
            <ac:cxnSpMk id="484" creationId="{30634A18-373F-8EBE-667C-D98F76582AEA}"/>
          </ac:cxnSpMkLst>
        </pc:cxnChg>
        <pc:cxnChg chg="del mod">
          <ac:chgData name="재우 정" userId="e3daf6144271f291" providerId="LiveId" clId="{7C0A1077-1E75-473B-AD7B-6C7C62AD3E9F}" dt="2026-05-15T10:57:17.010" v="8" actId="478"/>
          <ac:cxnSpMkLst>
            <pc:docMk/>
            <pc:sldMk cId="3766218975" sldId="256"/>
            <ac:cxnSpMk id="488" creationId="{C696184F-8940-45FD-A71F-577D1A917493}"/>
          </ac:cxnSpMkLst>
        </pc:cxnChg>
        <pc:cxnChg chg="add del mod">
          <ac:chgData name="재우 정" userId="e3daf6144271f291" providerId="LiveId" clId="{7C0A1077-1E75-473B-AD7B-6C7C62AD3E9F}" dt="2026-05-15T11:21:08.315" v="676" actId="478"/>
          <ac:cxnSpMkLst>
            <pc:docMk/>
            <pc:sldMk cId="3766218975" sldId="256"/>
            <ac:cxnSpMk id="489" creationId="{A3E352CE-C0D7-D1FB-C21E-5E9CC4BC94DE}"/>
          </ac:cxnSpMkLst>
        </pc:cxnChg>
        <pc:cxnChg chg="del mod">
          <ac:chgData name="재우 정" userId="e3daf6144271f291" providerId="LiveId" clId="{7C0A1077-1E75-473B-AD7B-6C7C62AD3E9F}" dt="2026-05-15T10:59:24.640" v="146" actId="478"/>
          <ac:cxnSpMkLst>
            <pc:docMk/>
            <pc:sldMk cId="3766218975" sldId="256"/>
            <ac:cxnSpMk id="498" creationId="{ECB3ADCB-6697-4CAA-AB7E-F3A2E780B10D}"/>
          </ac:cxnSpMkLst>
        </pc:cxnChg>
        <pc:cxnChg chg="add mod">
          <ac:chgData name="재우 정" userId="e3daf6144271f291" providerId="LiveId" clId="{7C0A1077-1E75-473B-AD7B-6C7C62AD3E9F}" dt="2026-05-15T11:27:44.060" v="802" actId="1076"/>
          <ac:cxnSpMkLst>
            <pc:docMk/>
            <pc:sldMk cId="3766218975" sldId="256"/>
            <ac:cxnSpMk id="516" creationId="{179D012B-134F-F1F8-5003-7FE8A6AE82A6}"/>
          </ac:cxnSpMkLst>
        </pc:cxnChg>
        <pc:cxnChg chg="add mod">
          <ac:chgData name="재우 정" userId="e3daf6144271f291" providerId="LiveId" clId="{7C0A1077-1E75-473B-AD7B-6C7C62AD3E9F}" dt="2026-05-15T11:27:44.060" v="802" actId="1076"/>
          <ac:cxnSpMkLst>
            <pc:docMk/>
            <pc:sldMk cId="3766218975" sldId="256"/>
            <ac:cxnSpMk id="519" creationId="{CC0D4953-5F4E-833E-4CAB-7CE98B2E7D74}"/>
          </ac:cxnSpMkLst>
        </pc:cxnChg>
        <pc:cxnChg chg="add mod">
          <ac:chgData name="재우 정" userId="e3daf6144271f291" providerId="LiveId" clId="{7C0A1077-1E75-473B-AD7B-6C7C62AD3E9F}" dt="2026-05-15T11:18:26.308" v="622" actId="33986"/>
          <ac:cxnSpMkLst>
            <pc:docMk/>
            <pc:sldMk cId="3766218975" sldId="256"/>
            <ac:cxnSpMk id="527" creationId="{3C2310D6-DB7A-26AD-7E3E-2F1E427F1E7D}"/>
          </ac:cxnSpMkLst>
        </pc:cxnChg>
        <pc:cxnChg chg="add mod">
          <ac:chgData name="재우 정" userId="e3daf6144271f291" providerId="LiveId" clId="{7C0A1077-1E75-473B-AD7B-6C7C62AD3E9F}" dt="2026-05-15T11:27:18.484" v="793" actId="14100"/>
          <ac:cxnSpMkLst>
            <pc:docMk/>
            <pc:sldMk cId="3766218975" sldId="256"/>
            <ac:cxnSpMk id="530" creationId="{2B94D3CA-EFD6-9FCB-701F-FF20E43AA920}"/>
          </ac:cxnSpMkLst>
        </pc:cxnChg>
        <pc:cxnChg chg="add del mod">
          <ac:chgData name="재우 정" userId="e3daf6144271f291" providerId="LiveId" clId="{7C0A1077-1E75-473B-AD7B-6C7C62AD3E9F}" dt="2026-05-15T11:27:10.197" v="789" actId="478"/>
          <ac:cxnSpMkLst>
            <pc:docMk/>
            <pc:sldMk cId="3766218975" sldId="256"/>
            <ac:cxnSpMk id="533" creationId="{E53881A6-C57B-382E-FC5E-280F050E31A7}"/>
          </ac:cxnSpMkLst>
        </pc:cxnChg>
        <pc:cxnChg chg="add mod">
          <ac:chgData name="재우 정" userId="e3daf6144271f291" providerId="LiveId" clId="{7C0A1077-1E75-473B-AD7B-6C7C62AD3E9F}" dt="2026-05-15T11:27:23.226" v="795" actId="33986"/>
          <ac:cxnSpMkLst>
            <pc:docMk/>
            <pc:sldMk cId="3766218975" sldId="256"/>
            <ac:cxnSpMk id="538" creationId="{7F8E3464-A606-D043-E58F-B8346C89E82F}"/>
          </ac:cxnSpMkLst>
        </pc:cxnChg>
        <pc:cxnChg chg="add mod">
          <ac:chgData name="재우 정" userId="e3daf6144271f291" providerId="LiveId" clId="{7C0A1077-1E75-473B-AD7B-6C7C62AD3E9F}" dt="2026-05-15T11:19:49.616" v="651" actId="33986"/>
          <ac:cxnSpMkLst>
            <pc:docMk/>
            <pc:sldMk cId="3766218975" sldId="256"/>
            <ac:cxnSpMk id="541" creationId="{38C68FA7-59BB-1BAF-601F-4B8EABF3A647}"/>
          </ac:cxnSpMkLst>
        </pc:cxnChg>
        <pc:cxnChg chg="add mod">
          <ac:chgData name="재우 정" userId="e3daf6144271f291" providerId="LiveId" clId="{7C0A1077-1E75-473B-AD7B-6C7C62AD3E9F}" dt="2026-05-15T11:19:52.053" v="652" actId="1076"/>
          <ac:cxnSpMkLst>
            <pc:docMk/>
            <pc:sldMk cId="3766218975" sldId="256"/>
            <ac:cxnSpMk id="545" creationId="{5BEB7373-9AF1-35B1-8AF0-355DCA65B3A1}"/>
          </ac:cxnSpMkLst>
        </pc:cxnChg>
        <pc:cxnChg chg="add mod">
          <ac:chgData name="재우 정" userId="e3daf6144271f291" providerId="LiveId" clId="{7C0A1077-1E75-473B-AD7B-6C7C62AD3E9F}" dt="2026-05-15T11:20:10.517" v="656" actId="14100"/>
          <ac:cxnSpMkLst>
            <pc:docMk/>
            <pc:sldMk cId="3766218975" sldId="256"/>
            <ac:cxnSpMk id="554" creationId="{DE351F97-8855-AF6D-FE35-7E73CF3F1B32}"/>
          </ac:cxnSpMkLst>
        </pc:cxnChg>
        <pc:cxnChg chg="add mod">
          <ac:chgData name="재우 정" userId="e3daf6144271f291" providerId="LiveId" clId="{7C0A1077-1E75-473B-AD7B-6C7C62AD3E9F}" dt="2026-05-15T11:20:20.234" v="660" actId="14100"/>
          <ac:cxnSpMkLst>
            <pc:docMk/>
            <pc:sldMk cId="3766218975" sldId="256"/>
            <ac:cxnSpMk id="558" creationId="{9B685FEC-BE1C-9C3B-C6EF-505D1BA861D0}"/>
          </ac:cxnSpMkLst>
        </pc:cxnChg>
        <pc:cxnChg chg="add del mod">
          <ac:chgData name="재우 정" userId="e3daf6144271f291" providerId="LiveId" clId="{7C0A1077-1E75-473B-AD7B-6C7C62AD3E9F}" dt="2026-05-15T11:21:38.945" v="690" actId="478"/>
          <ac:cxnSpMkLst>
            <pc:docMk/>
            <pc:sldMk cId="3766218975" sldId="256"/>
            <ac:cxnSpMk id="575" creationId="{9A099C60-4939-EFA6-6D0B-1C4C8D8BD7E3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C7A8E-39B9-4A91-A945-949DAE669A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7F7AB69-79A0-4477-A935-6D72AE44D0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FF214F5-DC38-4A76-BE02-96F495D48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9F3A7-04AE-40E8-B909-D2F692226033}" type="datetimeFigureOut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02E9A01-13D6-44A6-826F-C1BA5651E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59E1702-D09A-4C9A-9E30-B29903D4E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8F4A4B-48D3-4C14-99D3-703783E9EA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23149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A61B41-686A-4DC5-A740-E9DC67E11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DC1258-CCD8-4C3F-A647-FB85358B4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DAD4DBB-C6F0-45A6-A4A8-2596D3479D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9F3A7-04AE-40E8-B909-D2F692226033}" type="datetimeFigureOut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5CDE7E-B416-42E2-BC4D-854B3F15D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CB7515A-14AF-4A0B-B264-2AA301E88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8F4A4B-48D3-4C14-99D3-703783E9EA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3244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A4CC4A-9612-4B0F-B10D-CDB625A8B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38EA83F-B9B2-4D86-848E-0A93B91496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09DE3C1-932B-4FB2-9D89-B9A256B8A8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9F3A7-04AE-40E8-B909-D2F692226033}" type="datetimeFigureOut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2C09F3-19EA-450C-B5B4-A210A0E25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1D660A-A7F8-485A-B4F6-820106897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8F4A4B-48D3-4C14-99D3-703783E9EA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53610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E7B524-2912-48F0-B295-0F6781D1F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28D557-BC91-419E-80C0-1EDE715994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0C5170B-D6D1-42CF-BA0E-138B687179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41C28D3-4585-4E57-B0A5-E22478E42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9F3A7-04AE-40E8-B909-D2F692226033}" type="datetimeFigureOut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36AA49C-8584-4792-B7A3-CD8CC981D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7D70419-87D2-4776-ABF8-62101C96E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8F4A4B-48D3-4C14-99D3-703783E9EA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67757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0B6D88-C8BC-48AD-98CF-425F9745AF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26284A7-2C21-4027-B108-682F97E238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A405420-115B-4DB9-9C17-E363266385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B26F1F9-E8B0-47F8-8B50-1F2ECFFD21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888DDA0-77A6-4998-AC5E-888A4106DE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E4E2015-E79F-45E3-8768-517DDA0F7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9F3A7-04AE-40E8-B909-D2F692226033}" type="datetimeFigureOut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B3040AA-28E0-4298-BD20-0B93D48DD9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FA5D72E-40B2-4512-B60A-EFD604951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8F4A4B-48D3-4C14-99D3-703783E9EA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8911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D4DD13-672A-4B63-82EF-6A777352D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D555A7E-D145-4CE1-9404-E4428808F8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9F3A7-04AE-40E8-B909-D2F692226033}" type="datetimeFigureOut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9AFC94A-01B6-468D-8CB4-FDEE1CE1B4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7F5C0EE-946D-49A6-AB31-2F13D338F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8F4A4B-48D3-4C14-99D3-703783E9EA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90272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2D33FC7-EA29-4E5B-88AF-9241310E1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9F3A7-04AE-40E8-B909-D2F692226033}" type="datetimeFigureOut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9E870BA-E558-4330-A814-4E2752E62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A5D288-1254-41CE-AEF9-0A0C31E31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8F4A4B-48D3-4C14-99D3-703783E9EA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54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AFA02D-FACA-423B-BBE7-5795599B96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F6D5406-3DB8-4A03-BE33-9378BFCF4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C0BCDB5-5C48-428D-80AB-83F01B7271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04774EA-1A45-42FF-9EA3-BF6CD3029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9F3A7-04AE-40E8-B909-D2F692226033}" type="datetimeFigureOut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232EAC0-E066-480A-96FE-D00015CE02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97E9371-47AC-4F8C-9308-37DC8BDD9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8F4A4B-48D3-4C14-99D3-703783E9EA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33857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DB83D0-C3DD-4BD5-819E-B6F871979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3684D90-2571-4922-BD14-9F9549F439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18E6D97-A32D-448A-9BDE-0076BCFC79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4C7A099-96EF-48C7-B42C-865904F76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9F3A7-04AE-40E8-B909-D2F692226033}" type="datetimeFigureOut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0FA8A21-4ADD-41EC-BD6F-5FEC12CA8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3301FE2-ABF5-49C8-8642-5C4891C02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8F4A4B-48D3-4C14-99D3-703783E9EA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60940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AEE347-514F-484E-BECA-E4D0262CC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1453125-3FCA-4F56-AFE9-2FC1FEF4A2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8151CC-86FA-49F0-A62F-AFD3D8BFA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9F3A7-04AE-40E8-B909-D2F692226033}" type="datetimeFigureOut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F19543-8F5E-44E8-9713-20A92CE7F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BCCF80-B92D-404D-A468-0D30C916D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8F4A4B-48D3-4C14-99D3-703783E9EA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6148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2831BBF-0EAB-4C27-B77D-8A1CCC436C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8A1832B-C0C3-4237-8601-80F491F971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B18946-09DD-4D76-BB0D-7F85F066F0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9F3A7-04AE-40E8-B909-D2F692226033}" type="datetimeFigureOut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1A8593C-6BC1-4722-A2F5-CCA17F7EA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2065C7-B295-459E-AE71-91DEB2815C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8F4A4B-48D3-4C14-99D3-703783E9EA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87040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A4E0F9B-56DE-4BF8-9C3B-B8B9755FB7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09A099-67A5-4C5F-83F1-EED78D29A8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D0062A-3E24-411F-BB45-B9324FFA9B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D9F3A7-04AE-40E8-B909-D2F692226033}" type="datetimeFigureOut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D8DBCB-6C06-4C0F-87D1-B8F61ADED7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E84628-7BB6-467C-B117-24CFD44E4A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8F4A4B-48D3-4C14-99D3-703783E9EA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67803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순서도: 처리 3">
            <a:extLst>
              <a:ext uri="{FF2B5EF4-FFF2-40B4-BE49-F238E27FC236}">
                <a16:creationId xmlns:a16="http://schemas.microsoft.com/office/drawing/2014/main" id="{916A1234-3AC9-4C82-837D-E96BE02F2A2D}"/>
              </a:ext>
            </a:extLst>
          </p:cNvPr>
          <p:cNvSpPr/>
          <p:nvPr/>
        </p:nvSpPr>
        <p:spPr>
          <a:xfrm>
            <a:off x="819379" y="1071988"/>
            <a:ext cx="2121717" cy="703505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rgbClr val="FFC000"/>
                </a:solidFill>
              </a:rPr>
              <a:t>가위</a:t>
            </a:r>
            <a:r>
              <a:rPr lang="en-US" altLang="ko-KR" sz="1000" b="1" dirty="0">
                <a:solidFill>
                  <a:srgbClr val="FFC000"/>
                </a:solidFill>
              </a:rPr>
              <a:t>, </a:t>
            </a:r>
            <a:r>
              <a:rPr lang="ko-KR" altLang="en-US" sz="1000" b="1" dirty="0">
                <a:solidFill>
                  <a:srgbClr val="FFC000"/>
                </a:solidFill>
              </a:rPr>
              <a:t>바위</a:t>
            </a:r>
            <a:r>
              <a:rPr lang="en-US" altLang="ko-KR" sz="1000" b="1" dirty="0">
                <a:solidFill>
                  <a:srgbClr val="FFC000"/>
                </a:solidFill>
              </a:rPr>
              <a:t>, </a:t>
            </a:r>
            <a:r>
              <a:rPr lang="ko-KR" altLang="en-US" sz="1000" b="1" dirty="0">
                <a:solidFill>
                  <a:srgbClr val="FFC000"/>
                </a:solidFill>
              </a:rPr>
              <a:t>보를 한다</a:t>
            </a:r>
            <a:r>
              <a:rPr lang="en-US" altLang="ko-KR" sz="1000" b="1" dirty="0">
                <a:solidFill>
                  <a:srgbClr val="FFC000"/>
                </a:solidFill>
              </a:rPr>
              <a:t>.</a:t>
            </a:r>
            <a:endParaRPr lang="ko-KR" altLang="en-US" sz="1000" b="1" dirty="0">
              <a:solidFill>
                <a:srgbClr val="FFC000"/>
              </a:solidFill>
            </a:endParaRPr>
          </a:p>
        </p:txBody>
      </p:sp>
      <p:sp>
        <p:nvSpPr>
          <p:cNvPr id="6" name="순서도: 수행의 시작/종료 5">
            <a:extLst>
              <a:ext uri="{FF2B5EF4-FFF2-40B4-BE49-F238E27FC236}">
                <a16:creationId xmlns:a16="http://schemas.microsoft.com/office/drawing/2014/main" id="{BE4AC5CA-9061-4A91-BFD0-CABC4C30DDA1}"/>
              </a:ext>
            </a:extLst>
          </p:cNvPr>
          <p:cNvSpPr/>
          <p:nvPr/>
        </p:nvSpPr>
        <p:spPr>
          <a:xfrm>
            <a:off x="866275" y="292770"/>
            <a:ext cx="2027927" cy="469991"/>
          </a:xfrm>
          <a:prstGeom prst="flowChartTermina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시작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844A11D5-747C-4210-B523-4E4E3A98E1CE}"/>
              </a:ext>
            </a:extLst>
          </p:cNvPr>
          <p:cNvCxnSpPr>
            <a:cxnSpLocks/>
            <a:stCxn id="6" idx="2"/>
            <a:endCxn id="4" idx="0"/>
          </p:cNvCxnSpPr>
          <p:nvPr/>
        </p:nvCxnSpPr>
        <p:spPr>
          <a:xfrm flipH="1">
            <a:off x="1880238" y="762761"/>
            <a:ext cx="1" cy="30922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45956FB6-293B-4C62-A403-70A5683BC4A2}"/>
              </a:ext>
            </a:extLst>
          </p:cNvPr>
          <p:cNvCxnSpPr>
            <a:cxnSpLocks/>
            <a:stCxn id="4" idx="2"/>
            <a:endCxn id="370" idx="0"/>
          </p:cNvCxnSpPr>
          <p:nvPr/>
        </p:nvCxnSpPr>
        <p:spPr>
          <a:xfrm>
            <a:off x="1880238" y="1775493"/>
            <a:ext cx="0" cy="30922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3B8C7EFE-AF5F-41FF-8713-3551F97BB55D}"/>
              </a:ext>
            </a:extLst>
          </p:cNvPr>
          <p:cNvCxnSpPr>
            <a:cxnSpLocks/>
            <a:stCxn id="370" idx="2"/>
            <a:endCxn id="4" idx="1"/>
          </p:cNvCxnSpPr>
          <p:nvPr/>
        </p:nvCxnSpPr>
        <p:spPr>
          <a:xfrm rot="5400000" flipH="1">
            <a:off x="667567" y="1575554"/>
            <a:ext cx="1364484" cy="1060859"/>
          </a:xfrm>
          <a:prstGeom prst="bentConnector4">
            <a:avLst>
              <a:gd name="adj1" fmla="val -16754"/>
              <a:gd name="adj2" fmla="val 121549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4E1E0857-D512-4CF9-849C-4F6DDE38E30B}"/>
              </a:ext>
            </a:extLst>
          </p:cNvPr>
          <p:cNvSpPr txBox="1"/>
          <p:nvPr/>
        </p:nvSpPr>
        <p:spPr>
          <a:xfrm>
            <a:off x="11103059" y="6131692"/>
            <a:ext cx="8976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아니오</a:t>
            </a:r>
            <a:endParaRPr lang="ko-KR" alt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CE7992F-8DD4-4C63-B7C3-961C41BE3E44}"/>
              </a:ext>
            </a:extLst>
          </p:cNvPr>
          <p:cNvSpPr txBox="1"/>
          <p:nvPr/>
        </p:nvSpPr>
        <p:spPr>
          <a:xfrm>
            <a:off x="11089705" y="6376626"/>
            <a:ext cx="8976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예</a:t>
            </a:r>
          </a:p>
        </p:txBody>
      </p:sp>
      <p:sp>
        <p:nvSpPr>
          <p:cNvPr id="107" name="순서도: 수행의 시작/종료 106">
            <a:extLst>
              <a:ext uri="{FF2B5EF4-FFF2-40B4-BE49-F238E27FC236}">
                <a16:creationId xmlns:a16="http://schemas.microsoft.com/office/drawing/2014/main" id="{AAD9A41B-97D7-4B5B-B286-BE83EB0FCDFC}"/>
              </a:ext>
            </a:extLst>
          </p:cNvPr>
          <p:cNvSpPr/>
          <p:nvPr/>
        </p:nvSpPr>
        <p:spPr>
          <a:xfrm>
            <a:off x="654764" y="6255711"/>
            <a:ext cx="1829569" cy="423731"/>
          </a:xfrm>
          <a:prstGeom prst="flowChartTermina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끝</a:t>
            </a:r>
          </a:p>
        </p:txBody>
      </p:sp>
      <p:sp>
        <p:nvSpPr>
          <p:cNvPr id="370" name="순서도: 판단 369">
            <a:extLst>
              <a:ext uri="{FF2B5EF4-FFF2-40B4-BE49-F238E27FC236}">
                <a16:creationId xmlns:a16="http://schemas.microsoft.com/office/drawing/2014/main" id="{18FD8584-FB89-4847-8BE3-C759796DE878}"/>
              </a:ext>
            </a:extLst>
          </p:cNvPr>
          <p:cNvSpPr/>
          <p:nvPr/>
        </p:nvSpPr>
        <p:spPr>
          <a:xfrm>
            <a:off x="842828" y="2084720"/>
            <a:ext cx="2074820" cy="703505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비김</a:t>
            </a:r>
            <a:r>
              <a:rPr lang="en-US" altLang="ko-KR" sz="1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?</a:t>
            </a:r>
            <a:endParaRPr lang="ko-KR" altLang="en-US" sz="1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77" name="순서도: 판단 376">
            <a:extLst>
              <a:ext uri="{FF2B5EF4-FFF2-40B4-BE49-F238E27FC236}">
                <a16:creationId xmlns:a16="http://schemas.microsoft.com/office/drawing/2014/main" id="{FBC1A2BF-FE04-4790-B171-5F58161A0BA2}"/>
              </a:ext>
            </a:extLst>
          </p:cNvPr>
          <p:cNvSpPr/>
          <p:nvPr/>
        </p:nvSpPr>
        <p:spPr>
          <a:xfrm>
            <a:off x="3279693" y="2093591"/>
            <a:ext cx="2074820" cy="703505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내가 이김</a:t>
            </a:r>
            <a:r>
              <a:rPr lang="en-US" altLang="ko-KR" sz="1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?</a:t>
            </a:r>
            <a:endParaRPr lang="ko-KR" altLang="en-US" sz="1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381" name="직선 화살표 연결선 380">
            <a:extLst>
              <a:ext uri="{FF2B5EF4-FFF2-40B4-BE49-F238E27FC236}">
                <a16:creationId xmlns:a16="http://schemas.microsoft.com/office/drawing/2014/main" id="{CB50C371-DB5B-4D4A-8072-3614808E66C2}"/>
              </a:ext>
            </a:extLst>
          </p:cNvPr>
          <p:cNvCxnSpPr>
            <a:cxnSpLocks/>
            <a:stCxn id="370" idx="3"/>
            <a:endCxn id="377" idx="1"/>
          </p:cNvCxnSpPr>
          <p:nvPr/>
        </p:nvCxnSpPr>
        <p:spPr>
          <a:xfrm>
            <a:off x="2917648" y="2436473"/>
            <a:ext cx="362045" cy="887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87" name="직선 화살표 연결선 386">
            <a:extLst>
              <a:ext uri="{FF2B5EF4-FFF2-40B4-BE49-F238E27FC236}">
                <a16:creationId xmlns:a16="http://schemas.microsoft.com/office/drawing/2014/main" id="{A2EAA474-CF64-4E72-A409-B8C448A400E7}"/>
              </a:ext>
            </a:extLst>
          </p:cNvPr>
          <p:cNvCxnSpPr>
            <a:cxnSpLocks/>
            <a:stCxn id="377" idx="2"/>
            <a:endCxn id="388" idx="0"/>
          </p:cNvCxnSpPr>
          <p:nvPr/>
        </p:nvCxnSpPr>
        <p:spPr>
          <a:xfrm>
            <a:off x="4317103" y="2797096"/>
            <a:ext cx="976" cy="29210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88" name="순서도: 처리 387">
            <a:extLst>
              <a:ext uri="{FF2B5EF4-FFF2-40B4-BE49-F238E27FC236}">
                <a16:creationId xmlns:a16="http://schemas.microsoft.com/office/drawing/2014/main" id="{1BF402D2-EE6C-4DFB-B48B-B52CFF6D4079}"/>
              </a:ext>
            </a:extLst>
          </p:cNvPr>
          <p:cNvSpPr/>
          <p:nvPr/>
        </p:nvSpPr>
        <p:spPr>
          <a:xfrm>
            <a:off x="3257220" y="3089204"/>
            <a:ext cx="2121717" cy="703505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rgbClr val="FFC000"/>
                </a:solidFill>
              </a:rPr>
              <a:t>내가 공격권을 가진다</a:t>
            </a:r>
            <a:r>
              <a:rPr lang="en-US" altLang="ko-KR" sz="1000" b="1" dirty="0">
                <a:solidFill>
                  <a:srgbClr val="FFC000"/>
                </a:solidFill>
              </a:rPr>
              <a:t>.</a:t>
            </a:r>
            <a:endParaRPr lang="ko-KR" altLang="en-US" sz="1000" b="1" dirty="0">
              <a:solidFill>
                <a:srgbClr val="FFC000"/>
              </a:solidFill>
            </a:endParaRPr>
          </a:p>
        </p:txBody>
      </p:sp>
      <p:sp>
        <p:nvSpPr>
          <p:cNvPr id="389" name="순서도: 처리 388">
            <a:extLst>
              <a:ext uri="{FF2B5EF4-FFF2-40B4-BE49-F238E27FC236}">
                <a16:creationId xmlns:a16="http://schemas.microsoft.com/office/drawing/2014/main" id="{B7341EBC-6E38-4A88-9B3E-874AD706BA1F}"/>
              </a:ext>
            </a:extLst>
          </p:cNvPr>
          <p:cNvSpPr/>
          <p:nvPr/>
        </p:nvSpPr>
        <p:spPr>
          <a:xfrm>
            <a:off x="4348009" y="213869"/>
            <a:ext cx="2121717" cy="703505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rgbClr val="FFC000"/>
                </a:solidFill>
              </a:rPr>
              <a:t>상대방이 공격권을 가진다</a:t>
            </a:r>
            <a:r>
              <a:rPr lang="en-US" altLang="ko-KR" sz="1000" b="1" dirty="0">
                <a:solidFill>
                  <a:srgbClr val="FFC000"/>
                </a:solidFill>
              </a:rPr>
              <a:t>.</a:t>
            </a:r>
            <a:endParaRPr lang="ko-KR" altLang="en-US" sz="1000" b="1" dirty="0">
              <a:solidFill>
                <a:srgbClr val="FFC000"/>
              </a:solidFill>
            </a:endParaRPr>
          </a:p>
        </p:txBody>
      </p:sp>
      <p:cxnSp>
        <p:nvCxnSpPr>
          <p:cNvPr id="402" name="직선 화살표 연결선 401">
            <a:extLst>
              <a:ext uri="{FF2B5EF4-FFF2-40B4-BE49-F238E27FC236}">
                <a16:creationId xmlns:a16="http://schemas.microsoft.com/office/drawing/2014/main" id="{66CECBA9-4D9C-48A2-8366-4EE6E7639CA3}"/>
              </a:ext>
            </a:extLst>
          </p:cNvPr>
          <p:cNvCxnSpPr>
            <a:cxnSpLocks/>
            <a:stCxn id="377" idx="3"/>
            <a:endCxn id="389" idx="1"/>
          </p:cNvCxnSpPr>
          <p:nvPr/>
        </p:nvCxnSpPr>
        <p:spPr>
          <a:xfrm flipH="1" flipV="1">
            <a:off x="4348009" y="565622"/>
            <a:ext cx="1006504" cy="1879722"/>
          </a:xfrm>
          <a:prstGeom prst="bentConnector5">
            <a:avLst>
              <a:gd name="adj1" fmla="val -22712"/>
              <a:gd name="adj2" fmla="val 50000"/>
              <a:gd name="adj3" fmla="val 122712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07" name="순서도: 판단 406">
            <a:extLst>
              <a:ext uri="{FF2B5EF4-FFF2-40B4-BE49-F238E27FC236}">
                <a16:creationId xmlns:a16="http://schemas.microsoft.com/office/drawing/2014/main" id="{4AFD0173-9AF7-43E3-BD1B-170C4676FFFA}"/>
              </a:ext>
            </a:extLst>
          </p:cNvPr>
          <p:cNvSpPr/>
          <p:nvPr/>
        </p:nvSpPr>
        <p:spPr>
          <a:xfrm>
            <a:off x="5901262" y="4912098"/>
            <a:ext cx="2074820" cy="703505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같은 손</a:t>
            </a:r>
            <a:r>
              <a:rPr lang="en-US" altLang="ko-KR" sz="1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?</a:t>
            </a:r>
            <a:endParaRPr lang="ko-KR" altLang="en-US" sz="1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12" name="순서도: 처리 411">
            <a:extLst>
              <a:ext uri="{FF2B5EF4-FFF2-40B4-BE49-F238E27FC236}">
                <a16:creationId xmlns:a16="http://schemas.microsoft.com/office/drawing/2014/main" id="{A3ECACFD-F6F8-4F53-AA09-475902BBCC06}"/>
              </a:ext>
            </a:extLst>
          </p:cNvPr>
          <p:cNvSpPr/>
          <p:nvPr/>
        </p:nvSpPr>
        <p:spPr>
          <a:xfrm>
            <a:off x="8330839" y="5008155"/>
            <a:ext cx="1930800" cy="505147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rgbClr val="FFC000"/>
                </a:solidFill>
              </a:rPr>
              <a:t>승리</a:t>
            </a:r>
            <a:endParaRPr lang="en-US" altLang="ko-KR" sz="1000" b="1" dirty="0">
              <a:solidFill>
                <a:srgbClr val="FFC000"/>
              </a:solidFill>
            </a:endParaRPr>
          </a:p>
        </p:txBody>
      </p:sp>
      <p:cxnSp>
        <p:nvCxnSpPr>
          <p:cNvPr id="446" name="직선 화살표 연결선 445">
            <a:extLst>
              <a:ext uri="{FF2B5EF4-FFF2-40B4-BE49-F238E27FC236}">
                <a16:creationId xmlns:a16="http://schemas.microsoft.com/office/drawing/2014/main" id="{03ADB41B-D2E5-43CE-B6F8-9BCBE5A59A01}"/>
              </a:ext>
            </a:extLst>
          </p:cNvPr>
          <p:cNvCxnSpPr>
            <a:cxnSpLocks/>
          </p:cNvCxnSpPr>
          <p:nvPr/>
        </p:nvCxnSpPr>
        <p:spPr>
          <a:xfrm flipV="1">
            <a:off x="10350470" y="6561291"/>
            <a:ext cx="715169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51" name="직선 화살표 연결선 450">
            <a:extLst>
              <a:ext uri="{FF2B5EF4-FFF2-40B4-BE49-F238E27FC236}">
                <a16:creationId xmlns:a16="http://schemas.microsoft.com/office/drawing/2014/main" id="{7FFCB888-B999-4B38-B2EA-DA1A08C4DF32}"/>
              </a:ext>
            </a:extLst>
          </p:cNvPr>
          <p:cNvCxnSpPr>
            <a:cxnSpLocks/>
          </p:cNvCxnSpPr>
          <p:nvPr/>
        </p:nvCxnSpPr>
        <p:spPr>
          <a:xfrm flipV="1">
            <a:off x="10340738" y="6316358"/>
            <a:ext cx="724901" cy="117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85" name="순서도: 판단 484">
            <a:extLst>
              <a:ext uri="{FF2B5EF4-FFF2-40B4-BE49-F238E27FC236}">
                <a16:creationId xmlns:a16="http://schemas.microsoft.com/office/drawing/2014/main" id="{6A6EFADE-9B50-4175-8E89-B0763EFF2B03}"/>
              </a:ext>
            </a:extLst>
          </p:cNvPr>
          <p:cNvSpPr/>
          <p:nvPr/>
        </p:nvSpPr>
        <p:spPr>
          <a:xfrm>
            <a:off x="5921840" y="3848256"/>
            <a:ext cx="2033664" cy="703505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내가 이김</a:t>
            </a:r>
            <a:r>
              <a:rPr lang="en-US" altLang="ko-KR" sz="1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?</a:t>
            </a:r>
            <a:endParaRPr lang="ko-KR" altLang="en-US" sz="1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3" name="순서도: 처리 32">
            <a:extLst>
              <a:ext uri="{FF2B5EF4-FFF2-40B4-BE49-F238E27FC236}">
                <a16:creationId xmlns:a16="http://schemas.microsoft.com/office/drawing/2014/main" id="{D89C1369-D0FD-D46B-70D5-1835AD9EF822}"/>
              </a:ext>
            </a:extLst>
          </p:cNvPr>
          <p:cNvSpPr/>
          <p:nvPr/>
        </p:nvSpPr>
        <p:spPr>
          <a:xfrm>
            <a:off x="3257220" y="4265421"/>
            <a:ext cx="2121717" cy="703505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 err="1">
                <a:solidFill>
                  <a:srgbClr val="FFC000"/>
                </a:solidFill>
              </a:rPr>
              <a:t>묵찌빠</a:t>
            </a:r>
            <a:r>
              <a:rPr lang="ko-KR" altLang="en-US" sz="1000" b="1" dirty="0">
                <a:solidFill>
                  <a:srgbClr val="FFC000"/>
                </a:solidFill>
              </a:rPr>
              <a:t> 손을 선택한다</a:t>
            </a:r>
            <a:r>
              <a:rPr lang="en-US" altLang="ko-KR" sz="1000" b="1" dirty="0">
                <a:solidFill>
                  <a:srgbClr val="FFC000"/>
                </a:solidFill>
              </a:rPr>
              <a:t>.</a:t>
            </a:r>
            <a:endParaRPr lang="ko-KR" altLang="en-US" sz="1000" b="1" dirty="0">
              <a:solidFill>
                <a:srgbClr val="FFC000"/>
              </a:solidFill>
            </a:endParaRPr>
          </a:p>
        </p:txBody>
      </p:sp>
      <p:sp>
        <p:nvSpPr>
          <p:cNvPr id="458" name="순서도: 처리 457">
            <a:extLst>
              <a:ext uri="{FF2B5EF4-FFF2-40B4-BE49-F238E27FC236}">
                <a16:creationId xmlns:a16="http://schemas.microsoft.com/office/drawing/2014/main" id="{6F023899-B0CA-4455-8636-10F3294EE5CD}"/>
              </a:ext>
            </a:extLst>
          </p:cNvPr>
          <p:cNvSpPr/>
          <p:nvPr/>
        </p:nvSpPr>
        <p:spPr>
          <a:xfrm>
            <a:off x="10056524" y="2160802"/>
            <a:ext cx="1930800" cy="505147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rgbClr val="FFC000"/>
                </a:solidFill>
              </a:rPr>
              <a:t>패배</a:t>
            </a:r>
            <a:endParaRPr lang="en-US" altLang="ko-KR" sz="1000" b="1" dirty="0">
              <a:solidFill>
                <a:srgbClr val="FFC000"/>
              </a:solidFill>
            </a:endParaRPr>
          </a:p>
        </p:txBody>
      </p:sp>
      <p:sp>
        <p:nvSpPr>
          <p:cNvPr id="463" name="순서도: 판단 462">
            <a:extLst>
              <a:ext uri="{FF2B5EF4-FFF2-40B4-BE49-F238E27FC236}">
                <a16:creationId xmlns:a16="http://schemas.microsoft.com/office/drawing/2014/main" id="{873578E9-3213-9BEA-2555-1719FDC16DC7}"/>
              </a:ext>
            </a:extLst>
          </p:cNvPr>
          <p:cNvSpPr/>
          <p:nvPr/>
        </p:nvSpPr>
        <p:spPr>
          <a:xfrm>
            <a:off x="3098670" y="6115825"/>
            <a:ext cx="2074820" cy="703505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한판 더</a:t>
            </a:r>
            <a:r>
              <a:rPr lang="en-US" altLang="ko-KR" sz="1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?</a:t>
            </a:r>
            <a:endParaRPr lang="ko-KR" altLang="en-US" sz="1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96" name="순서도: 처리 495">
            <a:extLst>
              <a:ext uri="{FF2B5EF4-FFF2-40B4-BE49-F238E27FC236}">
                <a16:creationId xmlns:a16="http://schemas.microsoft.com/office/drawing/2014/main" id="{DB01F2FD-6194-94DB-5B86-2B6015FAA037}"/>
              </a:ext>
            </a:extLst>
          </p:cNvPr>
          <p:cNvSpPr/>
          <p:nvPr/>
        </p:nvSpPr>
        <p:spPr>
          <a:xfrm>
            <a:off x="7176804" y="206387"/>
            <a:ext cx="2121717" cy="703505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 err="1">
                <a:solidFill>
                  <a:srgbClr val="FFC000"/>
                </a:solidFill>
              </a:rPr>
              <a:t>묵찌빠</a:t>
            </a:r>
            <a:r>
              <a:rPr lang="ko-KR" altLang="en-US" sz="1000" b="1" dirty="0">
                <a:solidFill>
                  <a:srgbClr val="FFC000"/>
                </a:solidFill>
              </a:rPr>
              <a:t> 손을 선택한다</a:t>
            </a:r>
            <a:r>
              <a:rPr lang="en-US" altLang="ko-KR" sz="1000" b="1" dirty="0">
                <a:solidFill>
                  <a:srgbClr val="FFC000"/>
                </a:solidFill>
              </a:rPr>
              <a:t>.</a:t>
            </a:r>
            <a:endParaRPr lang="ko-KR" altLang="en-US" sz="1000" b="1" dirty="0">
              <a:solidFill>
                <a:srgbClr val="FFC000"/>
              </a:solidFill>
            </a:endParaRPr>
          </a:p>
        </p:txBody>
      </p:sp>
      <p:cxnSp>
        <p:nvCxnSpPr>
          <p:cNvPr id="111" name="직선 화살표 연결선 50">
            <a:extLst>
              <a:ext uri="{FF2B5EF4-FFF2-40B4-BE49-F238E27FC236}">
                <a16:creationId xmlns:a16="http://schemas.microsoft.com/office/drawing/2014/main" id="{1E269488-C299-8B1E-41F7-727441AD70A3}"/>
              </a:ext>
            </a:extLst>
          </p:cNvPr>
          <p:cNvCxnSpPr>
            <a:cxnSpLocks/>
            <a:stCxn id="485" idx="0"/>
          </p:cNvCxnSpPr>
          <p:nvPr/>
        </p:nvCxnSpPr>
        <p:spPr>
          <a:xfrm rot="16200000" flipV="1">
            <a:off x="5310168" y="2219752"/>
            <a:ext cx="1918150" cy="1338858"/>
          </a:xfrm>
          <a:prstGeom prst="bentConnector3">
            <a:avLst>
              <a:gd name="adj1" fmla="val 99888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0412E512-C27B-DD25-646A-DE05D33E4106}"/>
              </a:ext>
            </a:extLst>
          </p:cNvPr>
          <p:cNvCxnSpPr>
            <a:cxnSpLocks/>
            <a:stCxn id="407" idx="3"/>
            <a:endCxn id="412" idx="1"/>
          </p:cNvCxnSpPr>
          <p:nvPr/>
        </p:nvCxnSpPr>
        <p:spPr>
          <a:xfrm flipV="1">
            <a:off x="7976082" y="5260729"/>
            <a:ext cx="354757" cy="312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DB7EB2C8-0B7A-2C09-3754-68D0E823127E}"/>
              </a:ext>
            </a:extLst>
          </p:cNvPr>
          <p:cNvCxnSpPr>
            <a:cxnSpLocks/>
            <a:stCxn id="407" idx="0"/>
            <a:endCxn id="485" idx="2"/>
          </p:cNvCxnSpPr>
          <p:nvPr/>
        </p:nvCxnSpPr>
        <p:spPr>
          <a:xfrm flipV="1">
            <a:off x="6938672" y="4551761"/>
            <a:ext cx="0" cy="3603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16" name="직선 화살표 연결선 515">
            <a:extLst>
              <a:ext uri="{FF2B5EF4-FFF2-40B4-BE49-F238E27FC236}">
                <a16:creationId xmlns:a16="http://schemas.microsoft.com/office/drawing/2014/main" id="{179D012B-134F-F1F8-5003-7FE8A6AE82A6}"/>
              </a:ext>
            </a:extLst>
          </p:cNvPr>
          <p:cNvCxnSpPr>
            <a:cxnSpLocks/>
            <a:stCxn id="388" idx="2"/>
            <a:endCxn id="33" idx="0"/>
          </p:cNvCxnSpPr>
          <p:nvPr/>
        </p:nvCxnSpPr>
        <p:spPr>
          <a:xfrm>
            <a:off x="4318079" y="3792709"/>
            <a:ext cx="0" cy="47271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9" name="직선 화살표 연결선 518">
            <a:extLst>
              <a:ext uri="{FF2B5EF4-FFF2-40B4-BE49-F238E27FC236}">
                <a16:creationId xmlns:a16="http://schemas.microsoft.com/office/drawing/2014/main" id="{CC0D4953-5F4E-833E-4CAB-7CE98B2E7D74}"/>
              </a:ext>
            </a:extLst>
          </p:cNvPr>
          <p:cNvCxnSpPr>
            <a:cxnSpLocks/>
            <a:stCxn id="33" idx="3"/>
            <a:endCxn id="407" idx="1"/>
          </p:cNvCxnSpPr>
          <p:nvPr/>
        </p:nvCxnSpPr>
        <p:spPr>
          <a:xfrm>
            <a:off x="5378937" y="4617174"/>
            <a:ext cx="522325" cy="64667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7" name="직선 화살표 연결선 526">
            <a:extLst>
              <a:ext uri="{FF2B5EF4-FFF2-40B4-BE49-F238E27FC236}">
                <a16:creationId xmlns:a16="http://schemas.microsoft.com/office/drawing/2014/main" id="{3C2310D6-DB7A-26AD-7E3E-2F1E427F1E7D}"/>
              </a:ext>
            </a:extLst>
          </p:cNvPr>
          <p:cNvCxnSpPr>
            <a:cxnSpLocks/>
            <a:stCxn id="485" idx="1"/>
            <a:endCxn id="388" idx="3"/>
          </p:cNvCxnSpPr>
          <p:nvPr/>
        </p:nvCxnSpPr>
        <p:spPr>
          <a:xfrm rot="10800000">
            <a:off x="5378938" y="3440957"/>
            <a:ext cx="542903" cy="75905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30" name="직선 화살표 연결선 529">
            <a:extLst>
              <a:ext uri="{FF2B5EF4-FFF2-40B4-BE49-F238E27FC236}">
                <a16:creationId xmlns:a16="http://schemas.microsoft.com/office/drawing/2014/main" id="{2B94D3CA-EFD6-9FCB-701F-FF20E43AA920}"/>
              </a:ext>
            </a:extLst>
          </p:cNvPr>
          <p:cNvCxnSpPr>
            <a:cxnSpLocks/>
            <a:stCxn id="389" idx="3"/>
            <a:endCxn id="496" idx="1"/>
          </p:cNvCxnSpPr>
          <p:nvPr/>
        </p:nvCxnSpPr>
        <p:spPr>
          <a:xfrm flipV="1">
            <a:off x="6469726" y="558140"/>
            <a:ext cx="707078" cy="748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37" name="순서도: 판단 536">
            <a:extLst>
              <a:ext uri="{FF2B5EF4-FFF2-40B4-BE49-F238E27FC236}">
                <a16:creationId xmlns:a16="http://schemas.microsoft.com/office/drawing/2014/main" id="{8528470A-5993-62DF-015F-92346AA9D372}"/>
              </a:ext>
            </a:extLst>
          </p:cNvPr>
          <p:cNvSpPr/>
          <p:nvPr/>
        </p:nvSpPr>
        <p:spPr>
          <a:xfrm>
            <a:off x="9156263" y="1146341"/>
            <a:ext cx="2074820" cy="703505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같은 손</a:t>
            </a:r>
            <a:r>
              <a:rPr lang="en-US" altLang="ko-KR" sz="1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?</a:t>
            </a:r>
            <a:endParaRPr lang="ko-KR" altLang="en-US" sz="1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538" name="직선 화살표 연결선 537">
            <a:extLst>
              <a:ext uri="{FF2B5EF4-FFF2-40B4-BE49-F238E27FC236}">
                <a16:creationId xmlns:a16="http://schemas.microsoft.com/office/drawing/2014/main" id="{7F8E3464-A606-D043-E58F-B8346C89E82F}"/>
              </a:ext>
            </a:extLst>
          </p:cNvPr>
          <p:cNvCxnSpPr>
            <a:cxnSpLocks/>
            <a:stCxn id="496" idx="3"/>
            <a:endCxn id="537" idx="0"/>
          </p:cNvCxnSpPr>
          <p:nvPr/>
        </p:nvCxnSpPr>
        <p:spPr>
          <a:xfrm>
            <a:off x="9298521" y="558140"/>
            <a:ext cx="895152" cy="588201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1" name="직선 화살표 연결선 540">
            <a:extLst>
              <a:ext uri="{FF2B5EF4-FFF2-40B4-BE49-F238E27FC236}">
                <a16:creationId xmlns:a16="http://schemas.microsoft.com/office/drawing/2014/main" id="{38C68FA7-59BB-1BAF-601F-4B8EABF3A647}"/>
              </a:ext>
            </a:extLst>
          </p:cNvPr>
          <p:cNvCxnSpPr>
            <a:cxnSpLocks/>
            <a:stCxn id="537" idx="2"/>
            <a:endCxn id="458" idx="0"/>
          </p:cNvCxnSpPr>
          <p:nvPr/>
        </p:nvCxnSpPr>
        <p:spPr>
          <a:xfrm rot="16200000" flipH="1">
            <a:off x="10452320" y="1591198"/>
            <a:ext cx="310956" cy="82825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45" name="직선 화살표 연결선 526">
            <a:extLst>
              <a:ext uri="{FF2B5EF4-FFF2-40B4-BE49-F238E27FC236}">
                <a16:creationId xmlns:a16="http://schemas.microsoft.com/office/drawing/2014/main" id="{5BEB7373-9AF1-35B1-8AF0-355DCA65B3A1}"/>
              </a:ext>
            </a:extLst>
          </p:cNvPr>
          <p:cNvCxnSpPr>
            <a:cxnSpLocks/>
            <a:stCxn id="537" idx="1"/>
            <a:endCxn id="548" idx="0"/>
          </p:cNvCxnSpPr>
          <p:nvPr/>
        </p:nvCxnSpPr>
        <p:spPr>
          <a:xfrm rot="10800000" flipV="1">
            <a:off x="8658137" y="1498093"/>
            <a:ext cx="498127" cy="572303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48" name="순서도: 판단 547">
            <a:extLst>
              <a:ext uri="{FF2B5EF4-FFF2-40B4-BE49-F238E27FC236}">
                <a16:creationId xmlns:a16="http://schemas.microsoft.com/office/drawing/2014/main" id="{C6FDDAF7-22C1-38D1-F6F3-45A3E42409C7}"/>
              </a:ext>
            </a:extLst>
          </p:cNvPr>
          <p:cNvSpPr/>
          <p:nvPr/>
        </p:nvSpPr>
        <p:spPr>
          <a:xfrm>
            <a:off x="7641304" y="2070397"/>
            <a:ext cx="2033664" cy="703505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내가 이김</a:t>
            </a:r>
            <a:r>
              <a:rPr lang="en-US" altLang="ko-KR" sz="1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?</a:t>
            </a:r>
            <a:endParaRPr lang="ko-KR" altLang="en-US" sz="1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554" name="직선 화살표 연결선 50">
            <a:extLst>
              <a:ext uri="{FF2B5EF4-FFF2-40B4-BE49-F238E27FC236}">
                <a16:creationId xmlns:a16="http://schemas.microsoft.com/office/drawing/2014/main" id="{DE351F97-8855-AF6D-FE35-7E73CF3F1B32}"/>
              </a:ext>
            </a:extLst>
          </p:cNvPr>
          <p:cNvCxnSpPr>
            <a:cxnSpLocks/>
            <a:stCxn id="548" idx="1"/>
          </p:cNvCxnSpPr>
          <p:nvPr/>
        </p:nvCxnSpPr>
        <p:spPr>
          <a:xfrm rot="10800000">
            <a:off x="5599814" y="1514488"/>
            <a:ext cx="2041490" cy="907663"/>
          </a:xfrm>
          <a:prstGeom prst="bentConnector3">
            <a:avLst>
              <a:gd name="adj1" fmla="val 17362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58" name="직선 화살표 연결선 526">
            <a:extLst>
              <a:ext uri="{FF2B5EF4-FFF2-40B4-BE49-F238E27FC236}">
                <a16:creationId xmlns:a16="http://schemas.microsoft.com/office/drawing/2014/main" id="{9B685FEC-BE1C-9C3B-C6EF-505D1BA861D0}"/>
              </a:ext>
            </a:extLst>
          </p:cNvPr>
          <p:cNvCxnSpPr>
            <a:cxnSpLocks/>
            <a:stCxn id="548" idx="2"/>
          </p:cNvCxnSpPr>
          <p:nvPr/>
        </p:nvCxnSpPr>
        <p:spPr>
          <a:xfrm rot="5400000">
            <a:off x="6764004" y="1681044"/>
            <a:ext cx="801274" cy="2986990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28" name="직선 화살표 연결선 327">
            <a:extLst>
              <a:ext uri="{FF2B5EF4-FFF2-40B4-BE49-F238E27FC236}">
                <a16:creationId xmlns:a16="http://schemas.microsoft.com/office/drawing/2014/main" id="{E97C8AEF-A1BE-2ED9-9580-98B657F7B7DE}"/>
              </a:ext>
            </a:extLst>
          </p:cNvPr>
          <p:cNvCxnSpPr>
            <a:cxnSpLocks/>
            <a:stCxn id="458" idx="2"/>
          </p:cNvCxnSpPr>
          <p:nvPr/>
        </p:nvCxnSpPr>
        <p:spPr>
          <a:xfrm rot="5400000">
            <a:off x="8434143" y="3528046"/>
            <a:ext cx="3449878" cy="1725685"/>
          </a:xfrm>
          <a:prstGeom prst="bentConnector3">
            <a:avLst>
              <a:gd name="adj1" fmla="val 99723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5" name="직선 화살표 연결선 327">
            <a:extLst>
              <a:ext uri="{FF2B5EF4-FFF2-40B4-BE49-F238E27FC236}">
                <a16:creationId xmlns:a16="http://schemas.microsoft.com/office/drawing/2014/main" id="{1AC720D1-7F16-D601-3C5E-8C688865E495}"/>
              </a:ext>
            </a:extLst>
          </p:cNvPr>
          <p:cNvCxnSpPr>
            <a:cxnSpLocks/>
            <a:stCxn id="412" idx="2"/>
            <a:endCxn id="463" idx="3"/>
          </p:cNvCxnSpPr>
          <p:nvPr/>
        </p:nvCxnSpPr>
        <p:spPr>
          <a:xfrm rot="5400000">
            <a:off x="6757727" y="3929066"/>
            <a:ext cx="954276" cy="4122749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0" name="직선 화살표 연결선 339">
            <a:extLst>
              <a:ext uri="{FF2B5EF4-FFF2-40B4-BE49-F238E27FC236}">
                <a16:creationId xmlns:a16="http://schemas.microsoft.com/office/drawing/2014/main" id="{9DF9247E-5EC9-D754-A0F4-2A4C412480F5}"/>
              </a:ext>
            </a:extLst>
          </p:cNvPr>
          <p:cNvCxnSpPr>
            <a:cxnSpLocks/>
            <a:stCxn id="463" idx="1"/>
            <a:endCxn id="107" idx="3"/>
          </p:cNvCxnSpPr>
          <p:nvPr/>
        </p:nvCxnSpPr>
        <p:spPr>
          <a:xfrm flipH="1" flipV="1">
            <a:off x="2484333" y="6467577"/>
            <a:ext cx="614337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56" name="직선 화살표 연결선 50">
            <a:extLst>
              <a:ext uri="{FF2B5EF4-FFF2-40B4-BE49-F238E27FC236}">
                <a16:creationId xmlns:a16="http://schemas.microsoft.com/office/drawing/2014/main" id="{1813DC77-9853-F945-C350-67798E88B31F}"/>
              </a:ext>
            </a:extLst>
          </p:cNvPr>
          <p:cNvCxnSpPr>
            <a:cxnSpLocks/>
            <a:stCxn id="463" idx="0"/>
          </p:cNvCxnSpPr>
          <p:nvPr/>
        </p:nvCxnSpPr>
        <p:spPr>
          <a:xfrm rot="16200000" flipV="1">
            <a:off x="1040020" y="3019764"/>
            <a:ext cx="3107678" cy="3084443"/>
          </a:xfrm>
          <a:prstGeom prst="bentConnector3">
            <a:avLst>
              <a:gd name="adj1" fmla="val 9171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62189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</TotalTime>
  <Words>49</Words>
  <Application>Microsoft Office PowerPoint</Application>
  <PresentationFormat>와이드스크린</PresentationFormat>
  <Paragraphs>18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A07</dc:creator>
  <cp:lastModifiedBy>재우 정</cp:lastModifiedBy>
  <cp:revision>10</cp:revision>
  <dcterms:created xsi:type="dcterms:W3CDTF">2026-05-14T11:18:40Z</dcterms:created>
  <dcterms:modified xsi:type="dcterms:W3CDTF">2026-05-15T11:27:48Z</dcterms:modified>
</cp:coreProperties>
</file>