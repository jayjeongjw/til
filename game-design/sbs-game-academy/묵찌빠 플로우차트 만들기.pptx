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0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AC7A8E-39B9-4A91-A945-949DAE669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7F7AB69-79A0-4477-A935-6D72AE44D0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F214F5-DC38-4A76-BE02-96F495D48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F3A7-04AE-40E8-B909-D2F692226033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2E9A01-13D6-44A6-826F-C1BA5651E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9E1702-D09A-4C9A-9E30-B29903D4E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4A4B-48D3-4C14-99D3-703783E9EA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314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A61B41-686A-4DC5-A740-E9DC67E11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DC1258-CCD8-4C3F-A647-FB85358B4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AD4DBB-C6F0-45A6-A4A8-2596D3479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F3A7-04AE-40E8-B909-D2F692226033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5CDE7E-B416-42E2-BC4D-854B3F15D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B7515A-14AF-4A0B-B264-2AA301E88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4A4B-48D3-4C14-99D3-703783E9EA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244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A4CC4A-9612-4B0F-B10D-CDB625A8B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8EA83F-B9B2-4D86-848E-0A93B9149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9DE3C1-932B-4FB2-9D89-B9A256B8A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F3A7-04AE-40E8-B909-D2F692226033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2C09F3-19EA-450C-B5B4-A210A0E25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1D660A-A7F8-485A-B4F6-82010689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4A4B-48D3-4C14-99D3-703783E9EA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361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E7B524-2912-48F0-B295-0F6781D1F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28D557-BC91-419E-80C0-1EDE715994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C5170B-D6D1-42CF-BA0E-138B687179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1C28D3-4585-4E57-B0A5-E22478E42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F3A7-04AE-40E8-B909-D2F692226033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6AA49C-8584-4792-B7A3-CD8CC981D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D70419-87D2-4776-ABF8-62101C96E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4A4B-48D3-4C14-99D3-703783E9EA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775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0B6D88-C8BC-48AD-98CF-425F9745A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6284A7-2C21-4027-B108-682F97E23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A405420-115B-4DB9-9C17-E36326638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B26F1F9-E8B0-47F8-8B50-1F2ECFFD21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888DDA0-77A6-4998-AC5E-888A4106DE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E4E2015-E79F-45E3-8768-517DDA0F7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F3A7-04AE-40E8-B909-D2F692226033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B3040AA-28E0-4298-BD20-0B93D48DD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FA5D72E-40B2-4512-B60A-EFD604951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4A4B-48D3-4C14-99D3-703783E9EA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911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D4DD13-672A-4B63-82EF-6A777352D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D555A7E-D145-4CE1-9404-E4428808F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F3A7-04AE-40E8-B909-D2F692226033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9AFC94A-01B6-468D-8CB4-FDEE1CE1B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F5C0EE-946D-49A6-AB31-2F13D338F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4A4B-48D3-4C14-99D3-703783E9EA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902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2D33FC7-EA29-4E5B-88AF-9241310E1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F3A7-04AE-40E8-B909-D2F692226033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E870BA-E558-4330-A814-4E2752E6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A5D288-1254-41CE-AEF9-0A0C31E31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4A4B-48D3-4C14-99D3-703783E9EA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54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AFA02D-FACA-423B-BBE7-5795599B9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6D5406-3DB8-4A03-BE33-9378BFCF4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0BCDB5-5C48-428D-80AB-83F01B727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4774EA-1A45-42FF-9EA3-BF6CD3029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F3A7-04AE-40E8-B909-D2F692226033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32EAC0-E066-480A-96FE-D00015CE0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7E9371-47AC-4F8C-9308-37DC8BDD9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4A4B-48D3-4C14-99D3-703783E9EA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385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DB83D0-C3DD-4BD5-819E-B6F871979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3684D90-2571-4922-BD14-9F9549F43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18E6D97-A32D-448A-9BDE-0076BCFC79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C7A099-96EF-48C7-B42C-865904F76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F3A7-04AE-40E8-B909-D2F692226033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FA8A21-4ADD-41EC-BD6F-5FEC12CA8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301FE2-ABF5-49C8-8642-5C4891C02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4A4B-48D3-4C14-99D3-703783E9EA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6094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AEE347-514F-484E-BECA-E4D0262CC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453125-3FCA-4F56-AFE9-2FC1FEF4A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8151CC-86FA-49F0-A62F-AFD3D8BFA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F3A7-04AE-40E8-B909-D2F692226033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F19543-8F5E-44E8-9713-20A92CE7F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BCCF80-B92D-404D-A468-0D30C916D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4A4B-48D3-4C14-99D3-703783E9EA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6148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831BBF-0EAB-4C27-B77D-8A1CCC436C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A1832B-C0C3-4237-8601-80F491F97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B18946-09DD-4D76-BB0D-7F85F066F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F3A7-04AE-40E8-B909-D2F692226033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A8593C-6BC1-4722-A2F5-CCA17F7EA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2065C7-B295-459E-AE71-91DEB2815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4A4B-48D3-4C14-99D3-703783E9EA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704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A4E0F9B-56DE-4BF8-9C3B-B8B9755FB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09A099-67A5-4C5F-83F1-EED78D29A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D0062A-3E24-411F-BB45-B9324FFA9B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9F3A7-04AE-40E8-B909-D2F692226033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D8DBCB-6C06-4C0F-87D1-B8F61ADED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E84628-7BB6-467C-B117-24CFD44E4A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8F4A4B-48D3-4C14-99D3-703783E9EA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780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처리 3">
            <a:extLst>
              <a:ext uri="{FF2B5EF4-FFF2-40B4-BE49-F238E27FC236}">
                <a16:creationId xmlns:a16="http://schemas.microsoft.com/office/drawing/2014/main" id="{916A1234-3AC9-4C82-837D-E96BE02F2A2D}"/>
              </a:ext>
            </a:extLst>
          </p:cNvPr>
          <p:cNvSpPr/>
          <p:nvPr/>
        </p:nvSpPr>
        <p:spPr>
          <a:xfrm>
            <a:off x="819379" y="1071988"/>
            <a:ext cx="2121717" cy="70350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rgbClr val="FFC000"/>
                </a:solidFill>
              </a:rPr>
              <a:t>가위</a:t>
            </a:r>
            <a:r>
              <a:rPr lang="en-US" altLang="ko-KR" sz="1000" b="1" dirty="0">
                <a:solidFill>
                  <a:srgbClr val="FFC000"/>
                </a:solidFill>
              </a:rPr>
              <a:t>, </a:t>
            </a:r>
            <a:r>
              <a:rPr lang="ko-KR" altLang="en-US" sz="1000" b="1" dirty="0">
                <a:solidFill>
                  <a:srgbClr val="FFC000"/>
                </a:solidFill>
              </a:rPr>
              <a:t>바위</a:t>
            </a:r>
            <a:r>
              <a:rPr lang="en-US" altLang="ko-KR" sz="1000" b="1" dirty="0">
                <a:solidFill>
                  <a:srgbClr val="FFC000"/>
                </a:solidFill>
              </a:rPr>
              <a:t>, </a:t>
            </a:r>
            <a:r>
              <a:rPr lang="ko-KR" altLang="en-US" sz="1000" b="1" dirty="0">
                <a:solidFill>
                  <a:srgbClr val="FFC000"/>
                </a:solidFill>
              </a:rPr>
              <a:t>보를 낸다</a:t>
            </a:r>
            <a:r>
              <a:rPr lang="en-US" altLang="ko-KR" sz="1000" b="1" dirty="0">
                <a:solidFill>
                  <a:srgbClr val="FFC000"/>
                </a:solidFill>
              </a:rPr>
              <a:t>.</a:t>
            </a:r>
            <a:endParaRPr lang="ko-KR" altLang="en-US" sz="1000" b="1" dirty="0">
              <a:solidFill>
                <a:srgbClr val="FFC000"/>
              </a:solidFill>
            </a:endParaRPr>
          </a:p>
        </p:txBody>
      </p:sp>
      <p:sp>
        <p:nvSpPr>
          <p:cNvPr id="6" name="순서도: 수행의 시작/종료 5">
            <a:extLst>
              <a:ext uri="{FF2B5EF4-FFF2-40B4-BE49-F238E27FC236}">
                <a16:creationId xmlns:a16="http://schemas.microsoft.com/office/drawing/2014/main" id="{BE4AC5CA-9061-4A91-BFD0-CABC4C30DDA1}"/>
              </a:ext>
            </a:extLst>
          </p:cNvPr>
          <p:cNvSpPr/>
          <p:nvPr/>
        </p:nvSpPr>
        <p:spPr>
          <a:xfrm>
            <a:off x="866275" y="292770"/>
            <a:ext cx="2027927" cy="469991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시작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844A11D5-747C-4210-B523-4E4E3A98E1CE}"/>
              </a:ext>
            </a:extLst>
          </p:cNvPr>
          <p:cNvCxnSpPr>
            <a:cxnSpLocks/>
            <a:stCxn id="6" idx="2"/>
            <a:endCxn id="4" idx="0"/>
          </p:cNvCxnSpPr>
          <p:nvPr/>
        </p:nvCxnSpPr>
        <p:spPr>
          <a:xfrm flipH="1">
            <a:off x="1880238" y="762761"/>
            <a:ext cx="1" cy="3092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5956FB6-293B-4C62-A403-70A5683BC4A2}"/>
              </a:ext>
            </a:extLst>
          </p:cNvPr>
          <p:cNvCxnSpPr>
            <a:cxnSpLocks/>
            <a:stCxn id="4" idx="2"/>
            <a:endCxn id="370" idx="0"/>
          </p:cNvCxnSpPr>
          <p:nvPr/>
        </p:nvCxnSpPr>
        <p:spPr>
          <a:xfrm>
            <a:off x="1880238" y="1775493"/>
            <a:ext cx="0" cy="3092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F4073E16-029C-4A4D-90E2-11DC872EC736}"/>
              </a:ext>
            </a:extLst>
          </p:cNvPr>
          <p:cNvCxnSpPr>
            <a:cxnSpLocks/>
            <a:stCxn id="438" idx="2"/>
            <a:endCxn id="388" idx="1"/>
          </p:cNvCxnSpPr>
          <p:nvPr/>
        </p:nvCxnSpPr>
        <p:spPr>
          <a:xfrm rot="5400000" flipH="1">
            <a:off x="1879332" y="2555755"/>
            <a:ext cx="1489620" cy="3609525"/>
          </a:xfrm>
          <a:prstGeom prst="bentConnector4">
            <a:avLst>
              <a:gd name="adj1" fmla="val -81236"/>
              <a:gd name="adj2" fmla="val 106333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3B8C7EFE-AF5F-41FF-8713-3551F97BB55D}"/>
              </a:ext>
            </a:extLst>
          </p:cNvPr>
          <p:cNvCxnSpPr>
            <a:cxnSpLocks/>
            <a:stCxn id="370" idx="2"/>
          </p:cNvCxnSpPr>
          <p:nvPr/>
        </p:nvCxnSpPr>
        <p:spPr>
          <a:xfrm>
            <a:off x="1880238" y="2788225"/>
            <a:ext cx="0" cy="5002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4E1E0857-D512-4CF9-849C-4F6DDE38E30B}"/>
              </a:ext>
            </a:extLst>
          </p:cNvPr>
          <p:cNvSpPr txBox="1"/>
          <p:nvPr/>
        </p:nvSpPr>
        <p:spPr>
          <a:xfrm>
            <a:off x="11103059" y="6131692"/>
            <a:ext cx="897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아니오</a:t>
            </a:r>
            <a:endParaRPr lang="ko-KR" alt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E7992F-8DD4-4C63-B7C3-961C41BE3E44}"/>
              </a:ext>
            </a:extLst>
          </p:cNvPr>
          <p:cNvSpPr txBox="1"/>
          <p:nvPr/>
        </p:nvSpPr>
        <p:spPr>
          <a:xfrm>
            <a:off x="11089705" y="6376626"/>
            <a:ext cx="897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예</a:t>
            </a:r>
          </a:p>
        </p:txBody>
      </p:sp>
      <p:sp>
        <p:nvSpPr>
          <p:cNvPr id="107" name="순서도: 수행의 시작/종료 106">
            <a:extLst>
              <a:ext uri="{FF2B5EF4-FFF2-40B4-BE49-F238E27FC236}">
                <a16:creationId xmlns:a16="http://schemas.microsoft.com/office/drawing/2014/main" id="{AAD9A41B-97D7-4B5B-B286-BE83EB0FCDFC}"/>
              </a:ext>
            </a:extLst>
          </p:cNvPr>
          <p:cNvSpPr/>
          <p:nvPr/>
        </p:nvSpPr>
        <p:spPr>
          <a:xfrm>
            <a:off x="6218625" y="5496627"/>
            <a:ext cx="1829569" cy="423731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끝</a:t>
            </a:r>
          </a:p>
        </p:txBody>
      </p:sp>
      <p:sp>
        <p:nvSpPr>
          <p:cNvPr id="370" name="순서도: 판단 369">
            <a:extLst>
              <a:ext uri="{FF2B5EF4-FFF2-40B4-BE49-F238E27FC236}">
                <a16:creationId xmlns:a16="http://schemas.microsoft.com/office/drawing/2014/main" id="{18FD8584-FB89-4847-8BE3-C759796DE878}"/>
              </a:ext>
            </a:extLst>
          </p:cNvPr>
          <p:cNvSpPr/>
          <p:nvPr/>
        </p:nvSpPr>
        <p:spPr>
          <a:xfrm>
            <a:off x="842828" y="2084720"/>
            <a:ext cx="2074820" cy="703505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승리</a:t>
            </a:r>
            <a:r>
              <a:rPr lang="en-US" altLang="ko-KR" sz="1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  <a:endParaRPr lang="ko-KR" altLang="en-US" sz="1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7" name="순서도: 판단 376">
            <a:extLst>
              <a:ext uri="{FF2B5EF4-FFF2-40B4-BE49-F238E27FC236}">
                <a16:creationId xmlns:a16="http://schemas.microsoft.com/office/drawing/2014/main" id="{FBC1A2BF-FE04-4790-B171-5F58161A0BA2}"/>
              </a:ext>
            </a:extLst>
          </p:cNvPr>
          <p:cNvSpPr/>
          <p:nvPr/>
        </p:nvSpPr>
        <p:spPr>
          <a:xfrm>
            <a:off x="3251867" y="2084719"/>
            <a:ext cx="2074820" cy="703505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패배</a:t>
            </a:r>
            <a:r>
              <a:rPr lang="en-US" altLang="ko-KR" sz="1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  <a:endParaRPr lang="ko-KR" altLang="en-US" sz="1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80" name="직선 화살표 연결선 379">
            <a:extLst>
              <a:ext uri="{FF2B5EF4-FFF2-40B4-BE49-F238E27FC236}">
                <a16:creationId xmlns:a16="http://schemas.microsoft.com/office/drawing/2014/main" id="{7BC9028D-F1FA-4D30-A29A-C64163F48BC6}"/>
              </a:ext>
            </a:extLst>
          </p:cNvPr>
          <p:cNvCxnSpPr>
            <a:cxnSpLocks/>
            <a:stCxn id="438" idx="0"/>
            <a:endCxn id="389" idx="2"/>
          </p:cNvCxnSpPr>
          <p:nvPr/>
        </p:nvCxnSpPr>
        <p:spPr>
          <a:xfrm rot="16200000" flipV="1">
            <a:off x="4157707" y="4130624"/>
            <a:ext cx="402768" cy="139627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1" name="직선 화살표 연결선 380">
            <a:extLst>
              <a:ext uri="{FF2B5EF4-FFF2-40B4-BE49-F238E27FC236}">
                <a16:creationId xmlns:a16="http://schemas.microsoft.com/office/drawing/2014/main" id="{CB50C371-DB5B-4D4A-8072-3614808E66C2}"/>
              </a:ext>
            </a:extLst>
          </p:cNvPr>
          <p:cNvCxnSpPr>
            <a:cxnSpLocks/>
            <a:stCxn id="370" idx="3"/>
            <a:endCxn id="377" idx="1"/>
          </p:cNvCxnSpPr>
          <p:nvPr/>
        </p:nvCxnSpPr>
        <p:spPr>
          <a:xfrm flipV="1">
            <a:off x="2917648" y="2436472"/>
            <a:ext cx="334219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4" name="직선 화살표 연결선 383">
            <a:extLst>
              <a:ext uri="{FF2B5EF4-FFF2-40B4-BE49-F238E27FC236}">
                <a16:creationId xmlns:a16="http://schemas.microsoft.com/office/drawing/2014/main" id="{4180C53F-5964-45DF-998B-95CDEE300535}"/>
              </a:ext>
            </a:extLst>
          </p:cNvPr>
          <p:cNvCxnSpPr>
            <a:cxnSpLocks/>
            <a:stCxn id="377" idx="0"/>
            <a:endCxn id="4" idx="3"/>
          </p:cNvCxnSpPr>
          <p:nvPr/>
        </p:nvCxnSpPr>
        <p:spPr>
          <a:xfrm rot="16200000" flipV="1">
            <a:off x="3284698" y="1080139"/>
            <a:ext cx="660978" cy="1348181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7" name="직선 화살표 연결선 386">
            <a:extLst>
              <a:ext uri="{FF2B5EF4-FFF2-40B4-BE49-F238E27FC236}">
                <a16:creationId xmlns:a16="http://schemas.microsoft.com/office/drawing/2014/main" id="{A2EAA474-CF64-4E72-A409-B8C448A400E7}"/>
              </a:ext>
            </a:extLst>
          </p:cNvPr>
          <p:cNvCxnSpPr>
            <a:cxnSpLocks/>
            <a:stCxn id="377" idx="2"/>
            <a:endCxn id="389" idx="0"/>
          </p:cNvCxnSpPr>
          <p:nvPr/>
        </p:nvCxnSpPr>
        <p:spPr>
          <a:xfrm>
            <a:off x="4289277" y="2788224"/>
            <a:ext cx="0" cy="5073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8" name="순서도: 처리 387">
            <a:extLst>
              <a:ext uri="{FF2B5EF4-FFF2-40B4-BE49-F238E27FC236}">
                <a16:creationId xmlns:a16="http://schemas.microsoft.com/office/drawing/2014/main" id="{1BF402D2-EE6C-4DFB-B48B-B52CFF6D4079}"/>
              </a:ext>
            </a:extLst>
          </p:cNvPr>
          <p:cNvSpPr/>
          <p:nvPr/>
        </p:nvSpPr>
        <p:spPr>
          <a:xfrm>
            <a:off x="819379" y="3263954"/>
            <a:ext cx="2121717" cy="70350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rgbClr val="FFC000"/>
                </a:solidFill>
              </a:rPr>
              <a:t>공격한다</a:t>
            </a:r>
            <a:r>
              <a:rPr lang="en-US" altLang="ko-KR" sz="1000" b="1" dirty="0">
                <a:solidFill>
                  <a:srgbClr val="FFC000"/>
                </a:solidFill>
              </a:rPr>
              <a:t>.</a:t>
            </a:r>
            <a:endParaRPr lang="ko-KR" altLang="en-US" sz="1000" b="1" dirty="0">
              <a:solidFill>
                <a:srgbClr val="FFC000"/>
              </a:solidFill>
            </a:endParaRPr>
          </a:p>
        </p:txBody>
      </p:sp>
      <p:sp>
        <p:nvSpPr>
          <p:cNvPr id="389" name="순서도: 처리 388">
            <a:extLst>
              <a:ext uri="{FF2B5EF4-FFF2-40B4-BE49-F238E27FC236}">
                <a16:creationId xmlns:a16="http://schemas.microsoft.com/office/drawing/2014/main" id="{B7341EBC-6E38-4A88-9B3E-874AD706BA1F}"/>
              </a:ext>
            </a:extLst>
          </p:cNvPr>
          <p:cNvSpPr/>
          <p:nvPr/>
        </p:nvSpPr>
        <p:spPr>
          <a:xfrm>
            <a:off x="3228418" y="3295549"/>
            <a:ext cx="2121717" cy="70350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rgbClr val="FFC000"/>
                </a:solidFill>
              </a:rPr>
              <a:t>방어한다</a:t>
            </a:r>
            <a:r>
              <a:rPr lang="en-US" altLang="ko-KR" sz="1000" b="1" dirty="0">
                <a:solidFill>
                  <a:srgbClr val="FFC000"/>
                </a:solidFill>
              </a:rPr>
              <a:t>.</a:t>
            </a:r>
            <a:endParaRPr lang="ko-KR" altLang="en-US" sz="1000" b="1" dirty="0">
              <a:solidFill>
                <a:srgbClr val="FFC000"/>
              </a:solidFill>
            </a:endParaRPr>
          </a:p>
        </p:txBody>
      </p:sp>
      <p:cxnSp>
        <p:nvCxnSpPr>
          <p:cNvPr id="390" name="직선 화살표 연결선 389">
            <a:extLst>
              <a:ext uri="{FF2B5EF4-FFF2-40B4-BE49-F238E27FC236}">
                <a16:creationId xmlns:a16="http://schemas.microsoft.com/office/drawing/2014/main" id="{4E90533E-35F7-4852-A3BE-61C4E69E3DE8}"/>
              </a:ext>
            </a:extLst>
          </p:cNvPr>
          <p:cNvCxnSpPr>
            <a:cxnSpLocks/>
            <a:stCxn id="388" idx="2"/>
            <a:endCxn id="393" idx="0"/>
          </p:cNvCxnSpPr>
          <p:nvPr/>
        </p:nvCxnSpPr>
        <p:spPr>
          <a:xfrm flipH="1">
            <a:off x="1880237" y="3967459"/>
            <a:ext cx="1" cy="4361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3" name="순서도: 판단 392">
            <a:extLst>
              <a:ext uri="{FF2B5EF4-FFF2-40B4-BE49-F238E27FC236}">
                <a16:creationId xmlns:a16="http://schemas.microsoft.com/office/drawing/2014/main" id="{AEB3D022-75FE-4531-B31B-37839D2E27F0}"/>
              </a:ext>
            </a:extLst>
          </p:cNvPr>
          <p:cNvSpPr/>
          <p:nvPr/>
        </p:nvSpPr>
        <p:spPr>
          <a:xfrm>
            <a:off x="842827" y="4403634"/>
            <a:ext cx="2074820" cy="703505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같은 손 모양인가</a:t>
            </a:r>
            <a:r>
              <a:rPr lang="en-US" altLang="ko-KR" sz="1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  <a:endParaRPr lang="ko-KR" altLang="en-US" sz="1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96" name="직선 화살표 연결선 395">
            <a:extLst>
              <a:ext uri="{FF2B5EF4-FFF2-40B4-BE49-F238E27FC236}">
                <a16:creationId xmlns:a16="http://schemas.microsoft.com/office/drawing/2014/main" id="{E75E7472-AC18-4323-BC06-E2F8D7B4A441}"/>
              </a:ext>
            </a:extLst>
          </p:cNvPr>
          <p:cNvCxnSpPr>
            <a:cxnSpLocks/>
            <a:stCxn id="393" idx="2"/>
            <a:endCxn id="399" idx="0"/>
          </p:cNvCxnSpPr>
          <p:nvPr/>
        </p:nvCxnSpPr>
        <p:spPr>
          <a:xfrm>
            <a:off x="1880237" y="5107139"/>
            <a:ext cx="0" cy="3487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99" name="순서도: 처리 398">
            <a:extLst>
              <a:ext uri="{FF2B5EF4-FFF2-40B4-BE49-F238E27FC236}">
                <a16:creationId xmlns:a16="http://schemas.microsoft.com/office/drawing/2014/main" id="{0C99B941-F954-4CB8-ABB7-D37ED2AA0722}"/>
              </a:ext>
            </a:extLst>
          </p:cNvPr>
          <p:cNvSpPr/>
          <p:nvPr/>
        </p:nvSpPr>
        <p:spPr>
          <a:xfrm>
            <a:off x="914837" y="5455920"/>
            <a:ext cx="1930800" cy="50514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rgbClr val="FFC000"/>
                </a:solidFill>
              </a:rPr>
              <a:t>승리</a:t>
            </a:r>
            <a:endParaRPr lang="en-US" altLang="ko-KR" sz="1000" b="1" dirty="0">
              <a:solidFill>
                <a:srgbClr val="FFC000"/>
              </a:solidFill>
            </a:endParaRPr>
          </a:p>
        </p:txBody>
      </p:sp>
      <p:cxnSp>
        <p:nvCxnSpPr>
          <p:cNvPr id="402" name="직선 화살표 연결선 401">
            <a:extLst>
              <a:ext uri="{FF2B5EF4-FFF2-40B4-BE49-F238E27FC236}">
                <a16:creationId xmlns:a16="http://schemas.microsoft.com/office/drawing/2014/main" id="{66CECBA9-4D9C-48A2-8366-4EE6E7639CA3}"/>
              </a:ext>
            </a:extLst>
          </p:cNvPr>
          <p:cNvCxnSpPr>
            <a:cxnSpLocks/>
            <a:stCxn id="393" idx="3"/>
            <a:endCxn id="438" idx="1"/>
          </p:cNvCxnSpPr>
          <p:nvPr/>
        </p:nvCxnSpPr>
        <p:spPr>
          <a:xfrm flipV="1">
            <a:off x="2917647" y="4753575"/>
            <a:ext cx="487319" cy="18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07" name="순서도: 판단 406">
            <a:extLst>
              <a:ext uri="{FF2B5EF4-FFF2-40B4-BE49-F238E27FC236}">
                <a16:creationId xmlns:a16="http://schemas.microsoft.com/office/drawing/2014/main" id="{4AFD0173-9AF7-43E3-BD1B-170C4676FFFA}"/>
              </a:ext>
            </a:extLst>
          </p:cNvPr>
          <p:cNvSpPr/>
          <p:nvPr/>
        </p:nvSpPr>
        <p:spPr>
          <a:xfrm>
            <a:off x="6096000" y="3288483"/>
            <a:ext cx="2074820" cy="703505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같은 손 모양인가</a:t>
            </a:r>
            <a:r>
              <a:rPr lang="en-US" altLang="ko-KR" sz="1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  <a:endParaRPr lang="ko-KR" altLang="en-US" sz="1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12" name="순서도: 처리 411">
            <a:extLst>
              <a:ext uri="{FF2B5EF4-FFF2-40B4-BE49-F238E27FC236}">
                <a16:creationId xmlns:a16="http://schemas.microsoft.com/office/drawing/2014/main" id="{A3ECACFD-F6F8-4F53-AA09-475902BBCC06}"/>
              </a:ext>
            </a:extLst>
          </p:cNvPr>
          <p:cNvSpPr/>
          <p:nvPr/>
        </p:nvSpPr>
        <p:spPr>
          <a:xfrm>
            <a:off x="6168010" y="4501000"/>
            <a:ext cx="1930800" cy="50514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rgbClr val="FFC000"/>
                </a:solidFill>
              </a:rPr>
              <a:t>패배</a:t>
            </a:r>
            <a:endParaRPr lang="en-US" altLang="ko-KR" sz="1000" b="1" dirty="0">
              <a:solidFill>
                <a:srgbClr val="FFC000"/>
              </a:solidFill>
            </a:endParaRPr>
          </a:p>
        </p:txBody>
      </p:sp>
      <p:cxnSp>
        <p:nvCxnSpPr>
          <p:cNvPr id="413" name="직선 화살표 연결선 412">
            <a:extLst>
              <a:ext uri="{FF2B5EF4-FFF2-40B4-BE49-F238E27FC236}">
                <a16:creationId xmlns:a16="http://schemas.microsoft.com/office/drawing/2014/main" id="{8BB179E8-F79A-43A4-9446-4869265E6290}"/>
              </a:ext>
            </a:extLst>
          </p:cNvPr>
          <p:cNvCxnSpPr>
            <a:cxnSpLocks/>
            <a:stCxn id="407" idx="0"/>
            <a:endCxn id="485" idx="2"/>
          </p:cNvCxnSpPr>
          <p:nvPr/>
        </p:nvCxnSpPr>
        <p:spPr>
          <a:xfrm flipV="1">
            <a:off x="7133410" y="1902441"/>
            <a:ext cx="0" cy="13860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5" name="직선 화살표 연결선 414">
            <a:extLst>
              <a:ext uri="{FF2B5EF4-FFF2-40B4-BE49-F238E27FC236}">
                <a16:creationId xmlns:a16="http://schemas.microsoft.com/office/drawing/2014/main" id="{06E8F56F-7A72-45F2-8BD7-E492F9429885}"/>
              </a:ext>
            </a:extLst>
          </p:cNvPr>
          <p:cNvCxnSpPr>
            <a:cxnSpLocks/>
            <a:stCxn id="407" idx="2"/>
            <a:endCxn id="412" idx="0"/>
          </p:cNvCxnSpPr>
          <p:nvPr/>
        </p:nvCxnSpPr>
        <p:spPr>
          <a:xfrm>
            <a:off x="7133410" y="3991988"/>
            <a:ext cx="0" cy="5090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38" name="순서도: 판단 437">
            <a:extLst>
              <a:ext uri="{FF2B5EF4-FFF2-40B4-BE49-F238E27FC236}">
                <a16:creationId xmlns:a16="http://schemas.microsoft.com/office/drawing/2014/main" id="{469F43AA-E76C-49FE-894F-0EBB18EA75D1}"/>
              </a:ext>
            </a:extLst>
          </p:cNvPr>
          <p:cNvSpPr/>
          <p:nvPr/>
        </p:nvSpPr>
        <p:spPr>
          <a:xfrm>
            <a:off x="3404966" y="4401822"/>
            <a:ext cx="2047875" cy="703505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손 모양이 이겼는가</a:t>
            </a:r>
            <a:r>
              <a:rPr lang="en-US" altLang="ko-KR" sz="1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  <a:endParaRPr lang="ko-KR" altLang="en-US" sz="1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446" name="직선 화살표 연결선 445">
            <a:extLst>
              <a:ext uri="{FF2B5EF4-FFF2-40B4-BE49-F238E27FC236}">
                <a16:creationId xmlns:a16="http://schemas.microsoft.com/office/drawing/2014/main" id="{03ADB41B-D2E5-43CE-B6F8-9BCBE5A59A01}"/>
              </a:ext>
            </a:extLst>
          </p:cNvPr>
          <p:cNvCxnSpPr>
            <a:cxnSpLocks/>
          </p:cNvCxnSpPr>
          <p:nvPr/>
        </p:nvCxnSpPr>
        <p:spPr>
          <a:xfrm flipV="1">
            <a:off x="10350470" y="6561291"/>
            <a:ext cx="71516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1" name="직선 화살표 연결선 450">
            <a:extLst>
              <a:ext uri="{FF2B5EF4-FFF2-40B4-BE49-F238E27FC236}">
                <a16:creationId xmlns:a16="http://schemas.microsoft.com/office/drawing/2014/main" id="{7FFCB888-B999-4B38-B2EA-DA1A08C4DF32}"/>
              </a:ext>
            </a:extLst>
          </p:cNvPr>
          <p:cNvCxnSpPr>
            <a:cxnSpLocks/>
          </p:cNvCxnSpPr>
          <p:nvPr/>
        </p:nvCxnSpPr>
        <p:spPr>
          <a:xfrm flipV="1">
            <a:off x="10340738" y="6316358"/>
            <a:ext cx="724901" cy="11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3" name="직선 화살표 연결선 452">
            <a:extLst>
              <a:ext uri="{FF2B5EF4-FFF2-40B4-BE49-F238E27FC236}">
                <a16:creationId xmlns:a16="http://schemas.microsoft.com/office/drawing/2014/main" id="{0683745D-2A9A-4FDC-AE28-85A05CF563C9}"/>
              </a:ext>
            </a:extLst>
          </p:cNvPr>
          <p:cNvCxnSpPr>
            <a:cxnSpLocks/>
            <a:stCxn id="399" idx="3"/>
            <a:endCxn id="107" idx="1"/>
          </p:cNvCxnSpPr>
          <p:nvPr/>
        </p:nvCxnSpPr>
        <p:spPr>
          <a:xfrm flipV="1">
            <a:off x="2845637" y="5708493"/>
            <a:ext cx="3372988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7" name="직선 화살표 연결선 456">
            <a:extLst>
              <a:ext uri="{FF2B5EF4-FFF2-40B4-BE49-F238E27FC236}">
                <a16:creationId xmlns:a16="http://schemas.microsoft.com/office/drawing/2014/main" id="{E132BD78-3A34-4C08-AE86-395A7859B69D}"/>
              </a:ext>
            </a:extLst>
          </p:cNvPr>
          <p:cNvCxnSpPr>
            <a:cxnSpLocks/>
            <a:stCxn id="412" idx="2"/>
            <a:endCxn id="107" idx="0"/>
          </p:cNvCxnSpPr>
          <p:nvPr/>
        </p:nvCxnSpPr>
        <p:spPr>
          <a:xfrm>
            <a:off x="7133410" y="5006147"/>
            <a:ext cx="0" cy="4904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4" name="TextBox 463">
            <a:extLst>
              <a:ext uri="{FF2B5EF4-FFF2-40B4-BE49-F238E27FC236}">
                <a16:creationId xmlns:a16="http://schemas.microsoft.com/office/drawing/2014/main" id="{5443C906-8797-4566-9EA1-54968D3E668B}"/>
              </a:ext>
            </a:extLst>
          </p:cNvPr>
          <p:cNvSpPr txBox="1"/>
          <p:nvPr/>
        </p:nvSpPr>
        <p:spPr>
          <a:xfrm flipH="1">
            <a:off x="4377175" y="5309441"/>
            <a:ext cx="318004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예</a:t>
            </a:r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E29D2CE0-42AE-4462-A3B6-BD2F9FEF3155}"/>
              </a:ext>
            </a:extLst>
          </p:cNvPr>
          <p:cNvSpPr txBox="1"/>
          <p:nvPr/>
        </p:nvSpPr>
        <p:spPr>
          <a:xfrm>
            <a:off x="7053783" y="4096939"/>
            <a:ext cx="3180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예</a:t>
            </a: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5C60D09F-680A-401D-BFF4-CF00D4FBB4BE}"/>
              </a:ext>
            </a:extLst>
          </p:cNvPr>
          <p:cNvSpPr txBox="1"/>
          <p:nvPr/>
        </p:nvSpPr>
        <p:spPr>
          <a:xfrm>
            <a:off x="4054375" y="2886531"/>
            <a:ext cx="3180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예</a:t>
            </a:r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FC409F8D-4C04-4FAA-AC9B-0AC0E27C0383}"/>
              </a:ext>
            </a:extLst>
          </p:cNvPr>
          <p:cNvSpPr txBox="1"/>
          <p:nvPr/>
        </p:nvSpPr>
        <p:spPr>
          <a:xfrm>
            <a:off x="4401179" y="4080056"/>
            <a:ext cx="58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아니오</a:t>
            </a:r>
            <a:endParaRPr lang="ko-KR" altLang="en-US" sz="1000" dirty="0"/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E2A60DEC-BD9A-4BA6-A55D-EE54B1FF95D2}"/>
              </a:ext>
            </a:extLst>
          </p:cNvPr>
          <p:cNvSpPr txBox="1"/>
          <p:nvPr/>
        </p:nvSpPr>
        <p:spPr>
          <a:xfrm>
            <a:off x="2867307" y="4515371"/>
            <a:ext cx="58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아니오</a:t>
            </a:r>
            <a:endParaRPr lang="ko-KR" altLang="en-US" sz="1000" dirty="0"/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D8DF44E9-6BB2-4AD1-A1C3-E5C7ADCD763C}"/>
              </a:ext>
            </a:extLst>
          </p:cNvPr>
          <p:cNvSpPr txBox="1"/>
          <p:nvPr/>
        </p:nvSpPr>
        <p:spPr>
          <a:xfrm>
            <a:off x="2790758" y="2151627"/>
            <a:ext cx="58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아니오</a:t>
            </a:r>
            <a:endParaRPr lang="ko-KR" altLang="en-US" sz="1000" dirty="0"/>
          </a:p>
        </p:txBody>
      </p:sp>
      <p:sp>
        <p:nvSpPr>
          <p:cNvPr id="471" name="TextBox 470">
            <a:extLst>
              <a:ext uri="{FF2B5EF4-FFF2-40B4-BE49-F238E27FC236}">
                <a16:creationId xmlns:a16="http://schemas.microsoft.com/office/drawing/2014/main" id="{73C41714-D187-4D3D-A74F-B8507FF4E68C}"/>
              </a:ext>
            </a:extLst>
          </p:cNvPr>
          <p:cNvSpPr txBox="1"/>
          <p:nvPr/>
        </p:nvSpPr>
        <p:spPr>
          <a:xfrm>
            <a:off x="4242177" y="1740303"/>
            <a:ext cx="58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아니오</a:t>
            </a:r>
            <a:endParaRPr lang="ko-KR" altLang="en-US" sz="1000" dirty="0"/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7D047BAE-2FEE-4609-96FF-323B5FCDD260}"/>
              </a:ext>
            </a:extLst>
          </p:cNvPr>
          <p:cNvSpPr txBox="1"/>
          <p:nvPr/>
        </p:nvSpPr>
        <p:spPr>
          <a:xfrm>
            <a:off x="7083679" y="2461867"/>
            <a:ext cx="58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아니오</a:t>
            </a:r>
            <a:endParaRPr lang="ko-KR" altLang="en-US" sz="1000" dirty="0"/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6A068873-BD91-4583-8E6B-166409285B76}"/>
              </a:ext>
            </a:extLst>
          </p:cNvPr>
          <p:cNvSpPr txBox="1"/>
          <p:nvPr/>
        </p:nvSpPr>
        <p:spPr>
          <a:xfrm>
            <a:off x="1808228" y="2879435"/>
            <a:ext cx="3180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예</a:t>
            </a:r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586457A1-70D1-4B2D-9DD1-7534C12062BD}"/>
              </a:ext>
            </a:extLst>
          </p:cNvPr>
          <p:cNvSpPr txBox="1"/>
          <p:nvPr/>
        </p:nvSpPr>
        <p:spPr>
          <a:xfrm>
            <a:off x="1808228" y="5128276"/>
            <a:ext cx="3180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예</a:t>
            </a:r>
          </a:p>
        </p:txBody>
      </p:sp>
      <p:cxnSp>
        <p:nvCxnSpPr>
          <p:cNvPr id="475" name="직선 화살표 연결선 474">
            <a:extLst>
              <a:ext uri="{FF2B5EF4-FFF2-40B4-BE49-F238E27FC236}">
                <a16:creationId xmlns:a16="http://schemas.microsoft.com/office/drawing/2014/main" id="{3897E852-D424-4D7E-834E-791546575837}"/>
              </a:ext>
            </a:extLst>
          </p:cNvPr>
          <p:cNvCxnSpPr>
            <a:cxnSpLocks/>
            <a:stCxn id="389" idx="3"/>
            <a:endCxn id="407" idx="1"/>
          </p:cNvCxnSpPr>
          <p:nvPr/>
        </p:nvCxnSpPr>
        <p:spPr>
          <a:xfrm flipV="1">
            <a:off x="5350135" y="3640236"/>
            <a:ext cx="745865" cy="70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5" name="순서도: 판단 484">
            <a:extLst>
              <a:ext uri="{FF2B5EF4-FFF2-40B4-BE49-F238E27FC236}">
                <a16:creationId xmlns:a16="http://schemas.microsoft.com/office/drawing/2014/main" id="{6A6EFADE-9B50-4175-8E89-B0763EFF2B03}"/>
              </a:ext>
            </a:extLst>
          </p:cNvPr>
          <p:cNvSpPr/>
          <p:nvPr/>
        </p:nvSpPr>
        <p:spPr>
          <a:xfrm>
            <a:off x="6109472" y="1198936"/>
            <a:ext cx="2047875" cy="703505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손 모양이 이겼는가</a:t>
            </a:r>
            <a:r>
              <a:rPr lang="en-US" altLang="ko-KR" sz="1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  <a:endParaRPr lang="ko-KR" altLang="en-US" sz="1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488" name="직선 화살표 연결선 49">
            <a:extLst>
              <a:ext uri="{FF2B5EF4-FFF2-40B4-BE49-F238E27FC236}">
                <a16:creationId xmlns:a16="http://schemas.microsoft.com/office/drawing/2014/main" id="{C696184F-8940-45FD-A71F-577D1A917493}"/>
              </a:ext>
            </a:extLst>
          </p:cNvPr>
          <p:cNvCxnSpPr>
            <a:cxnSpLocks/>
            <a:stCxn id="485" idx="0"/>
          </p:cNvCxnSpPr>
          <p:nvPr/>
        </p:nvCxnSpPr>
        <p:spPr>
          <a:xfrm rot="16200000" flipH="1" flipV="1">
            <a:off x="3594216" y="-515044"/>
            <a:ext cx="1825215" cy="5253173"/>
          </a:xfrm>
          <a:prstGeom prst="bentConnector4">
            <a:avLst>
              <a:gd name="adj1" fmla="val -58878"/>
              <a:gd name="adj2" fmla="val 124329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98" name="직선 화살표 연결선 412">
            <a:extLst>
              <a:ext uri="{FF2B5EF4-FFF2-40B4-BE49-F238E27FC236}">
                <a16:creationId xmlns:a16="http://schemas.microsoft.com/office/drawing/2014/main" id="{ECB3ADCB-6697-4CAA-AB7E-F3A2E780B10D}"/>
              </a:ext>
            </a:extLst>
          </p:cNvPr>
          <p:cNvCxnSpPr>
            <a:cxnSpLocks/>
            <a:stCxn id="485" idx="1"/>
          </p:cNvCxnSpPr>
          <p:nvPr/>
        </p:nvCxnSpPr>
        <p:spPr>
          <a:xfrm rot="10800000" flipV="1">
            <a:off x="4308558" y="1550688"/>
            <a:ext cx="1800915" cy="1495259"/>
          </a:xfrm>
          <a:prstGeom prst="bentConnector3">
            <a:avLst>
              <a:gd name="adj1" fmla="val 3529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15" name="TextBox 514">
            <a:extLst>
              <a:ext uri="{FF2B5EF4-FFF2-40B4-BE49-F238E27FC236}">
                <a16:creationId xmlns:a16="http://schemas.microsoft.com/office/drawing/2014/main" id="{596ECA42-2181-43C2-AE95-23C322BD0673}"/>
              </a:ext>
            </a:extLst>
          </p:cNvPr>
          <p:cNvSpPr txBox="1"/>
          <p:nvPr/>
        </p:nvSpPr>
        <p:spPr>
          <a:xfrm>
            <a:off x="5452841" y="1308156"/>
            <a:ext cx="58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아니오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766218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48</Words>
  <Application>Microsoft Office PowerPoint</Application>
  <PresentationFormat>와이드스크린</PresentationFormat>
  <Paragraphs>26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A07</dc:creator>
  <cp:lastModifiedBy>A07</cp:lastModifiedBy>
  <cp:revision>10</cp:revision>
  <dcterms:created xsi:type="dcterms:W3CDTF">2026-05-14T11:18:40Z</dcterms:created>
  <dcterms:modified xsi:type="dcterms:W3CDTF">2026-05-14T12:46:43Z</dcterms:modified>
</cp:coreProperties>
</file>