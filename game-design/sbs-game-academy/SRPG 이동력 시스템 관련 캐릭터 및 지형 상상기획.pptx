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9" r:id="rId3"/>
    <p:sldId id="256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6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11CBB3-74D2-4783-BE59-6E8A4010DC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DE0BA2F-7810-433E-9DCF-DA25B80683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E48CD9-10FC-4F76-AD8E-3C68B52BC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918BF5-922F-45B5-B07E-9967FFB8C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CE1DF5-B650-4359-89FD-6A3F48EF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7250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6FFFCF-8063-4CB0-AD92-AE5FBBC87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1293CF-4672-4F87-8A3E-5D5D5F159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68038D-316D-4930-8DAA-6CEF6A039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F14FBB-60D4-4386-B6C0-D01133BB7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935C96-A4C1-4C09-A8EE-264C61EB6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5456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BA45E-1FAE-435F-9F6F-FEC89D757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654E46-FEFF-46CB-AB00-A8B6FE5BAF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E63CAF-2035-46A5-85C0-232C3C723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463AE9-1EC6-4A67-8D08-6442C21E4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8CE0577-5E3E-4FCA-922E-7044452DD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9326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113FD5-49EB-45CA-8348-1A37B0275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D98A73-BC95-4A79-BC78-92665401BA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0FCCF0-75CB-4A13-8CB9-3FD517DCF9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524DC98-882F-4E39-B4AD-4FB976A8D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35657A-A676-45CF-B19E-678F56539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F46B3C-B8C8-4211-A968-CBB81A52A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2988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61D10-A588-4E2D-B0ED-003505461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14EA98-5F41-4FDB-9A11-443295107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66BA14-488F-4708-B08C-62FE9AB3A8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2F74AA-29BC-4347-8956-5361257844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E8C6CA-C1DF-4D90-B648-DD075727DC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BE2941E-69AF-4F68-A589-FF8467C63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34C6B01-741F-4413-A69B-3B2BBCD34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9866585-F614-4317-ABB2-FC7C9F4AE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7773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4A73BC-D888-4526-810D-9A8417B46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2FA8DE1-02DC-4E09-94E6-1BF26DD9C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2E04E78-3A15-43B3-8C56-257CA2042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0B9719-5B67-4770-A1D5-651EC775A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8519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DE3B40A-DDBA-4263-A89C-796F3E930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5A82DFD-6517-4886-B71D-DEE1BBA05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5B53FC-1E00-4B1B-A8EE-1442E1D5D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7435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309E2C-5EAA-4351-8475-B3E557B39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E6F47F-FEDE-4D9A-A934-ED059A9F6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9161B9-65F3-4605-9339-699C106AF1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00B9C96-F895-41B8-871F-29BA4E7EE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C0D22E3-5CF4-449F-9305-8A77F67C2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6358C4-442F-4987-9131-6155F8AE2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9130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3E7610-7EEE-4491-9350-32FB60422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F32074B-59FF-4E02-A067-28988B7817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251FC3F-6D6D-4ACB-892A-F0D168A916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71752B6-CBFB-4536-9D17-A09314EBF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2DA23C0-E3D7-490C-97F1-BD34E57A6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E57FFA-B283-4FB2-A622-50C1CC828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2424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3456A0-FFDD-47F9-8089-EF631FFCA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32C4ECC-329F-4A1A-B7F8-2A03BA4C8C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2F7140-FCC2-4AED-870A-04073DBA8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1BA440-4A2B-420C-A809-A13127A2C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5DE300-2F95-4FE0-89EB-5E3507612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837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F1ECBDF-A424-4B81-B8BD-9734EC5ACE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2C30753-1ED7-47B0-A0AF-2311CBE7E9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89D829-D95D-47E8-B349-980E53EB6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015A63-23B2-43BA-AB3A-7F7FE822C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6092A9-196B-4F5E-8C46-12A598A73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3720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775CAAC-F1E1-49B9-82A0-1E6C812EE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A4E733-C8E5-4DA3-8479-03BA98F66E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02E430-A75A-4D1C-A73B-45C8DF8BC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EE2D25-B175-4A30-8B3C-947DD497F0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2CD7BB-0667-4DC1-B816-8702154CD4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1089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4911F54-4C3C-4B78-8592-EB4EBE3B1E24}"/>
              </a:ext>
            </a:extLst>
          </p:cNvPr>
          <p:cNvSpPr/>
          <p:nvPr/>
        </p:nvSpPr>
        <p:spPr>
          <a:xfrm>
            <a:off x="562210" y="359844"/>
            <a:ext cx="1812757" cy="7058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>지형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1939DA-9708-43CD-BA2B-B33192B62819}"/>
              </a:ext>
            </a:extLst>
          </p:cNvPr>
          <p:cNvSpPr txBox="1"/>
          <p:nvPr/>
        </p:nvSpPr>
        <p:spPr>
          <a:xfrm>
            <a:off x="562210" y="1686187"/>
            <a:ext cx="89760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설산 </a:t>
            </a:r>
            <a:r>
              <a:rPr lang="en-US" altLang="ko-KR" dirty="0"/>
              <a:t>: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눈이 </a:t>
            </a:r>
            <a:r>
              <a:rPr lang="en-US" altLang="ko-KR" dirty="0"/>
              <a:t>30cm </a:t>
            </a:r>
            <a:r>
              <a:rPr lang="ko-KR" altLang="en-US" dirty="0"/>
              <a:t>이상 쌓인 지형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지형에 무게를 가하면 눈으로 인한 이동 감속이 많이 되는 지형</a:t>
            </a:r>
            <a:br>
              <a:rPr lang="en-US" altLang="ko-KR" dirty="0"/>
            </a:br>
            <a:r>
              <a:rPr lang="en-US" altLang="ko-KR" dirty="0"/>
              <a:t>ex)</a:t>
            </a:r>
            <a:r>
              <a:rPr lang="ko-KR" altLang="en-US" dirty="0"/>
              <a:t>눈 위를 밟는다</a:t>
            </a:r>
            <a:r>
              <a:rPr lang="en-US" altLang="ko-KR" dirty="0"/>
              <a:t>/</a:t>
            </a:r>
            <a:r>
              <a:rPr lang="ko-KR" altLang="en-US" dirty="0"/>
              <a:t>생체수단을 타고 눈 위를 이동한다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나무들이 많은 지형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6572B-F592-4961-B2FB-72FDF8EC35AF}"/>
              </a:ext>
            </a:extLst>
          </p:cNvPr>
          <p:cNvSpPr txBox="1"/>
          <p:nvPr/>
        </p:nvSpPr>
        <p:spPr>
          <a:xfrm>
            <a:off x="562210" y="3361780"/>
            <a:ext cx="81287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늪지대 </a:t>
            </a:r>
            <a:r>
              <a:rPr lang="en-US" altLang="ko-KR" dirty="0"/>
              <a:t>: 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늪의 수심이 </a:t>
            </a:r>
            <a:r>
              <a:rPr lang="en-US" altLang="ko-KR" dirty="0"/>
              <a:t>2m</a:t>
            </a:r>
            <a:r>
              <a:rPr lang="ko-KR" altLang="en-US" dirty="0"/>
              <a:t>이상인 지형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빠지면 나올 수가 없기 때문에 이동수단을 통해서만 이동 가능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나무들이 빼곡한 지형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8390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4911F54-4C3C-4B78-8592-EB4EBE3B1E24}"/>
              </a:ext>
            </a:extLst>
          </p:cNvPr>
          <p:cNvSpPr/>
          <p:nvPr/>
        </p:nvSpPr>
        <p:spPr>
          <a:xfrm>
            <a:off x="562210" y="359844"/>
            <a:ext cx="1812757" cy="705852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병종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AEAF61-550F-4708-9C60-2948291C1CBD}"/>
              </a:ext>
            </a:extLst>
          </p:cNvPr>
          <p:cNvSpPr txBox="1"/>
          <p:nvPr/>
        </p:nvSpPr>
        <p:spPr>
          <a:xfrm>
            <a:off x="914399" y="1786855"/>
            <a:ext cx="44461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스키병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이동력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을 가짐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눈 지형에서 이동이 수월함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8A626C-8E1C-4624-8827-C4F945381FB0}"/>
              </a:ext>
            </a:extLst>
          </p:cNvPr>
          <p:cNvSpPr txBox="1"/>
          <p:nvPr/>
        </p:nvSpPr>
        <p:spPr>
          <a:xfrm>
            <a:off x="914399" y="3181172"/>
            <a:ext cx="9940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조사병단 </a:t>
            </a:r>
            <a:r>
              <a:rPr lang="en-US" altLang="ko-KR" dirty="0"/>
              <a:t>: 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진격의 거인 조사병단에서 아이디어를 가져옴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 err="1"/>
              <a:t>이동력</a:t>
            </a:r>
            <a:r>
              <a:rPr lang="ko-KR" altLang="en-US" dirty="0"/>
              <a:t> </a:t>
            </a:r>
            <a:r>
              <a:rPr lang="en-US" altLang="ko-KR" dirty="0"/>
              <a:t>4</a:t>
            </a:r>
            <a:r>
              <a:rPr lang="ko-KR" altLang="en-US" dirty="0"/>
              <a:t>를 가짐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입체기동장치를 이용하여 나무 같은 높은 지형 지물이 많은 곳에서 이동이 수월함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9779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488704-6E71-4FF2-8834-2A7748972B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042508"/>
              </p:ext>
            </p:extLst>
          </p:nvPr>
        </p:nvGraphicFramePr>
        <p:xfrm>
          <a:off x="2936147" y="1635852"/>
          <a:ext cx="5805184" cy="29361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9312">
                  <a:extLst>
                    <a:ext uri="{9D8B030D-6E8A-4147-A177-3AD203B41FA5}">
                      <a16:colId xmlns:a16="http://schemas.microsoft.com/office/drawing/2014/main" val="1620944268"/>
                    </a:ext>
                  </a:extLst>
                </a:gridCol>
                <a:gridCol w="829312">
                  <a:extLst>
                    <a:ext uri="{9D8B030D-6E8A-4147-A177-3AD203B41FA5}">
                      <a16:colId xmlns:a16="http://schemas.microsoft.com/office/drawing/2014/main" val="1509921001"/>
                    </a:ext>
                  </a:extLst>
                </a:gridCol>
                <a:gridCol w="829312">
                  <a:extLst>
                    <a:ext uri="{9D8B030D-6E8A-4147-A177-3AD203B41FA5}">
                      <a16:colId xmlns:a16="http://schemas.microsoft.com/office/drawing/2014/main" val="2631114469"/>
                    </a:ext>
                  </a:extLst>
                </a:gridCol>
                <a:gridCol w="829312">
                  <a:extLst>
                    <a:ext uri="{9D8B030D-6E8A-4147-A177-3AD203B41FA5}">
                      <a16:colId xmlns:a16="http://schemas.microsoft.com/office/drawing/2014/main" val="3879047782"/>
                    </a:ext>
                  </a:extLst>
                </a:gridCol>
                <a:gridCol w="829312">
                  <a:extLst>
                    <a:ext uri="{9D8B030D-6E8A-4147-A177-3AD203B41FA5}">
                      <a16:colId xmlns:a16="http://schemas.microsoft.com/office/drawing/2014/main" val="2174229319"/>
                    </a:ext>
                  </a:extLst>
                </a:gridCol>
                <a:gridCol w="829312">
                  <a:extLst>
                    <a:ext uri="{9D8B030D-6E8A-4147-A177-3AD203B41FA5}">
                      <a16:colId xmlns:a16="http://schemas.microsoft.com/office/drawing/2014/main" val="428415362"/>
                    </a:ext>
                  </a:extLst>
                </a:gridCol>
                <a:gridCol w="829312">
                  <a:extLst>
                    <a:ext uri="{9D8B030D-6E8A-4147-A177-3AD203B41FA5}">
                      <a16:colId xmlns:a16="http://schemas.microsoft.com/office/drawing/2014/main" val="766190317"/>
                    </a:ext>
                  </a:extLst>
                </a:gridCol>
              </a:tblGrid>
              <a:tr h="759487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지형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보병</a:t>
                      </a:r>
                      <a:endParaRPr lang="ko-KR" altLang="en-US" sz="1100" b="1" i="0" u="none" strike="noStrike">
                        <a:solidFill>
                          <a:srgbClr val="FFFFFF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기병</a:t>
                      </a:r>
                      <a:endParaRPr lang="ko-KR" altLang="en-US" sz="1100" b="1" i="0" u="none" strike="noStrike">
                        <a:solidFill>
                          <a:srgbClr val="FFFFFF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비병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수병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스키병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조사병단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399926"/>
                  </a:ext>
                </a:extLst>
              </a:tr>
              <a:tr h="2736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평지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588717652"/>
                  </a:ext>
                </a:extLst>
              </a:tr>
              <a:tr h="2736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다리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1215701"/>
                  </a:ext>
                </a:extLst>
              </a:tr>
              <a:tr h="2736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숲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90505925"/>
                  </a:ext>
                </a:extLst>
              </a:tr>
              <a:tr h="2736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사막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832091471"/>
                  </a:ext>
                </a:extLst>
              </a:tr>
              <a:tr h="2736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물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24231243"/>
                  </a:ext>
                </a:extLst>
              </a:tr>
              <a:tr h="2736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산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7052471"/>
                  </a:ext>
                </a:extLst>
              </a:tr>
              <a:tr h="2736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설산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690756150"/>
                  </a:ext>
                </a:extLst>
              </a:tr>
              <a:tr h="260998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늪지대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3234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89736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139</Words>
  <Application>Microsoft Office PowerPoint</Application>
  <PresentationFormat>와이드스크린</PresentationFormat>
  <Paragraphs>79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A07</dc:creator>
  <cp:lastModifiedBy>A07</cp:lastModifiedBy>
  <cp:revision>3</cp:revision>
  <dcterms:created xsi:type="dcterms:W3CDTF">2026-05-22T11:27:31Z</dcterms:created>
  <dcterms:modified xsi:type="dcterms:W3CDTF">2026-05-22T11:53:42Z</dcterms:modified>
</cp:coreProperties>
</file>