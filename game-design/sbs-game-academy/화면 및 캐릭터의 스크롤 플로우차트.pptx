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6AA11-43F3-4171-BB96-BC107FFC9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8C3FF9-ECFE-4800-874D-867BA5F26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D96C8-8EE2-4E2E-9488-96705C22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60F7D-1851-450F-921A-64920284A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E4600-3BB9-48D1-9F5C-1DC0D752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95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420CF-C6A6-4F14-B3D5-93372480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4E01E-9D3C-4697-B603-7CCA167C6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6F558-EAEA-4251-A640-48C14A721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809875-1E1F-42FE-8C30-7914C9A0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17157C-C301-4BB3-B456-6A7F4E58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92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CE202-599D-467D-8D25-1113EA0C1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B632BC-0EB6-461E-BBF6-08EC4802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DCA16F-CC92-4B97-85DB-1D1B2591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ECB89-7747-4768-8C03-BD8399A0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C470FE-8A34-4AC7-B991-D269597B9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017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E99F9-373B-42F8-AAC2-2A3B1B81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4C077B-945E-4B1E-87BA-D6C4A3A17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75A3DD-DDBC-4EC1-B835-2F404C0C2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B135CD-8836-4475-86B8-FC9E7768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21A772-BF57-41BE-9958-C3817CDF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A82F77-C735-40F1-A145-088FBAEA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47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EB525-5DE2-4138-AC6E-DEE3D819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75F4B1-489B-4D65-AB32-D595E3943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1439A9-942A-4F33-A329-899B75B86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91D857-A7A8-4188-B94A-C5F45751C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217616-BF0A-4BA9-9FB2-7CE93C0B4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5AC020-8E6C-4FC8-9465-3643BF51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F20B53-0C22-4B77-B671-DB3076FC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94C63B-4D73-40A6-9AEF-36FF9106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96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1BF6-A113-432B-843D-819B52C8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44B223-DECF-4CAD-9283-9F29DDA79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6DEBFE-4863-4CC2-9554-3BBF720E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E1E693-EBCE-41F6-91D7-655EA6AA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62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551FA8-D125-42FB-A261-AA6040C2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F77441-5BD8-48DD-A118-24C1113B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71B0AB-C2BC-43AD-AF15-78DE6821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966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82843-5D0A-4371-B67F-F06AC3454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A27581-A65D-4F99-9F4E-D0C8FDEAF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B06F7C-2088-49B7-A03C-0472ACC64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A133FA-4074-400B-86E5-25A950C1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AEBF99-AE57-4706-809A-8BE446F9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62462D-82C2-4414-931B-95E2B429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16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4ECCA-BABC-439B-9741-663F25CC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D9A444-2457-4414-834F-B9E800CCD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CDD1E0-EA39-4609-A382-7A6AFE56F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A470EE-0122-412A-8F14-594D5B37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98BCC7-B204-4965-BCDF-0CF6F135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B3336F-6BC8-4F07-A719-747D1EC4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49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51AD0-C8C6-4228-8740-0A77F7AF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FEAED3-6D9E-4B31-A5F3-F379251F2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950351-9B7B-4CD4-8525-10438CE2D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F46908-E7FD-457B-8D27-EAA9D958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C48A1-085B-4935-BB24-00150451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263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7C2D44-DF99-42CD-9CC3-5353C9C17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F33B4-21E2-4D34-91AA-171542782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903D0-124E-405B-BA2B-EA897F5C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9888D-A602-4493-AC8A-1F135D65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9C08CD-D619-466F-9F06-F80D337E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23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7B6CDB-B3C1-4263-9C4A-814F09C4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1717CC-DE0D-4835-9FF2-2F96DB2EF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D6CEC4-A1D7-4536-B8D2-B8FD8D834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EFCA8-F8CD-46F0-B486-B7090F1D408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BA985-8BC2-4A0E-BEEE-637CEDE19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CF5895-9782-4CB3-98C6-814D0B3AB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87A13-7EBE-4F2D-845C-24992A983E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55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A3A202B5-52C6-4374-A8B5-50A8A5BC652F}"/>
              </a:ext>
            </a:extLst>
          </p:cNvPr>
          <p:cNvSpPr/>
          <p:nvPr/>
        </p:nvSpPr>
        <p:spPr>
          <a:xfrm>
            <a:off x="4303638" y="234891"/>
            <a:ext cx="914400" cy="30175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시작</a:t>
            </a: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82514883-E3B0-4D85-BC2C-1A85DF147FAC}"/>
              </a:ext>
            </a:extLst>
          </p:cNvPr>
          <p:cNvSpPr/>
          <p:nvPr/>
        </p:nvSpPr>
        <p:spPr>
          <a:xfrm>
            <a:off x="4400111" y="908806"/>
            <a:ext cx="721453" cy="36072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이동조작</a:t>
            </a:r>
          </a:p>
        </p:txBody>
      </p:sp>
      <p:sp>
        <p:nvSpPr>
          <p:cNvPr id="6" name="순서도: 판단 5">
            <a:extLst>
              <a:ext uri="{FF2B5EF4-FFF2-40B4-BE49-F238E27FC236}">
                <a16:creationId xmlns:a16="http://schemas.microsoft.com/office/drawing/2014/main" id="{2D6EA8AC-A1CB-4AF0-A720-372E3740B24A}"/>
              </a:ext>
            </a:extLst>
          </p:cNvPr>
          <p:cNvSpPr/>
          <p:nvPr/>
        </p:nvSpPr>
        <p:spPr>
          <a:xfrm>
            <a:off x="4005828" y="1641696"/>
            <a:ext cx="1510018" cy="51172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앞으로 이동했나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93ACD1F3-9C47-4098-9293-225B36B97970}"/>
              </a:ext>
            </a:extLst>
          </p:cNvPr>
          <p:cNvSpPr/>
          <p:nvPr/>
        </p:nvSpPr>
        <p:spPr>
          <a:xfrm>
            <a:off x="6661273" y="2113860"/>
            <a:ext cx="1319868" cy="36072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화면을 고정하고 캐릭터 이동</a:t>
            </a:r>
            <a:endParaRPr lang="en-US" altLang="ko-KR" sz="1000" b="1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3F95B45-EECB-45EF-BCC2-10A53632D54E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760838" y="536643"/>
            <a:ext cx="0" cy="372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0FE5590-054A-49D8-869B-5E556E346F4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4760837" y="1269533"/>
            <a:ext cx="1" cy="372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순서도: 처리 79">
            <a:extLst>
              <a:ext uri="{FF2B5EF4-FFF2-40B4-BE49-F238E27FC236}">
                <a16:creationId xmlns:a16="http://schemas.microsoft.com/office/drawing/2014/main" id="{9F1314B6-EF38-46A5-83D1-A274E772F263}"/>
              </a:ext>
            </a:extLst>
          </p:cNvPr>
          <p:cNvSpPr/>
          <p:nvPr/>
        </p:nvSpPr>
        <p:spPr>
          <a:xfrm>
            <a:off x="4121177" y="4196311"/>
            <a:ext cx="1279322" cy="36072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캐릭터를 중심으로 화면 스크롤</a:t>
            </a:r>
          </a:p>
        </p:txBody>
      </p:sp>
      <p:sp>
        <p:nvSpPr>
          <p:cNvPr id="142" name="순서도: 판단 141">
            <a:extLst>
              <a:ext uri="{FF2B5EF4-FFF2-40B4-BE49-F238E27FC236}">
                <a16:creationId xmlns:a16="http://schemas.microsoft.com/office/drawing/2014/main" id="{38342CDA-16D0-4766-881C-48DE1D70C5AB}"/>
              </a:ext>
            </a:extLst>
          </p:cNvPr>
          <p:cNvSpPr/>
          <p:nvPr/>
        </p:nvSpPr>
        <p:spPr>
          <a:xfrm>
            <a:off x="3865127" y="2470475"/>
            <a:ext cx="1784066" cy="68153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특정 영역에서 벗어났는가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193" name="순서도: 판단 192">
            <a:extLst>
              <a:ext uri="{FF2B5EF4-FFF2-40B4-BE49-F238E27FC236}">
                <a16:creationId xmlns:a16="http://schemas.microsoft.com/office/drawing/2014/main" id="{56E99F45-719B-4523-B3A9-B145AD6E0246}"/>
              </a:ext>
            </a:extLst>
          </p:cNvPr>
          <p:cNvSpPr/>
          <p:nvPr/>
        </p:nvSpPr>
        <p:spPr>
          <a:xfrm>
            <a:off x="6571455" y="3789642"/>
            <a:ext cx="1510018" cy="57291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다음맵이</a:t>
            </a:r>
            <a:r>
              <a:rPr lang="ko-KR" altLang="en-US" sz="1000" b="1" dirty="0"/>
              <a:t> 있음</a:t>
            </a:r>
            <a:r>
              <a:rPr lang="en-US" altLang="ko-KR" sz="1000" b="1" dirty="0"/>
              <a:t>?</a:t>
            </a:r>
          </a:p>
        </p:txBody>
      </p: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FFA718DB-4E40-4C66-B848-72B24F91CC05}"/>
              </a:ext>
            </a:extLst>
          </p:cNvPr>
          <p:cNvCxnSpPr>
            <a:cxnSpLocks/>
            <a:stCxn id="80" idx="2"/>
            <a:endCxn id="399" idx="0"/>
          </p:cNvCxnSpPr>
          <p:nvPr/>
        </p:nvCxnSpPr>
        <p:spPr>
          <a:xfrm>
            <a:off x="4760838" y="4557038"/>
            <a:ext cx="2452" cy="1226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7CEDA416-5FEB-40BF-9929-C0025B434F4C}"/>
              </a:ext>
            </a:extLst>
          </p:cNvPr>
          <p:cNvSpPr txBox="1"/>
          <p:nvPr/>
        </p:nvSpPr>
        <p:spPr>
          <a:xfrm>
            <a:off x="73390" y="54441"/>
            <a:ext cx="35639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록맨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가로 화면 고정형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세로는 자기중심형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 err="1"/>
              <a:t>보스방</a:t>
            </a:r>
            <a:r>
              <a:rPr lang="ko-KR" altLang="en-US" dirty="0"/>
              <a:t> 이전에는 화면고정형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영역침범</a:t>
            </a:r>
            <a:r>
              <a:rPr lang="en-US" altLang="ko-KR" dirty="0"/>
              <a:t>x)</a:t>
            </a:r>
          </a:p>
          <a:p>
            <a:endParaRPr lang="en-US" altLang="ko-KR" dirty="0"/>
          </a:p>
          <a:p>
            <a:r>
              <a:rPr lang="ko-KR" altLang="en-US" dirty="0" err="1"/>
              <a:t>마리오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앞으로 이동시 자기중심형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뒤로 이동시 화면고정형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커비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영역 내에선 화면고정형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벗어나면 자기중심형</a:t>
            </a: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1006E817-8ED1-4640-B70D-5B7B4B4975F1}"/>
              </a:ext>
            </a:extLst>
          </p:cNvPr>
          <p:cNvCxnSpPr>
            <a:cxnSpLocks/>
            <a:stCxn id="6" idx="2"/>
            <a:endCxn id="142" idx="0"/>
          </p:cNvCxnSpPr>
          <p:nvPr/>
        </p:nvCxnSpPr>
        <p:spPr>
          <a:xfrm flipH="1">
            <a:off x="4757160" y="2153424"/>
            <a:ext cx="3677" cy="3170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81563536-59BC-48F1-90BA-E252DC70AC2C}"/>
              </a:ext>
            </a:extLst>
          </p:cNvPr>
          <p:cNvCxnSpPr>
            <a:cxnSpLocks/>
            <a:stCxn id="142" idx="2"/>
            <a:endCxn id="322" idx="0"/>
          </p:cNvCxnSpPr>
          <p:nvPr/>
        </p:nvCxnSpPr>
        <p:spPr>
          <a:xfrm>
            <a:off x="4757160" y="3152012"/>
            <a:ext cx="3677" cy="2425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1" name="연결선: 꺾임 290">
            <a:extLst>
              <a:ext uri="{FF2B5EF4-FFF2-40B4-BE49-F238E27FC236}">
                <a16:creationId xmlns:a16="http://schemas.microsoft.com/office/drawing/2014/main" id="{68B9C623-C01E-455C-9C33-855485C06D2B}"/>
              </a:ext>
            </a:extLst>
          </p:cNvPr>
          <p:cNvCxnSpPr>
            <a:cxnSpLocks/>
            <a:stCxn id="142" idx="3"/>
          </p:cNvCxnSpPr>
          <p:nvPr/>
        </p:nvCxnSpPr>
        <p:spPr>
          <a:xfrm flipV="1">
            <a:off x="5649193" y="1897560"/>
            <a:ext cx="348036" cy="91368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0" name="연결선: 꺾임 299">
            <a:extLst>
              <a:ext uri="{FF2B5EF4-FFF2-40B4-BE49-F238E27FC236}">
                <a16:creationId xmlns:a16="http://schemas.microsoft.com/office/drawing/2014/main" id="{7CED503D-8656-46F1-8F83-F428BF9EEF76}"/>
              </a:ext>
            </a:extLst>
          </p:cNvPr>
          <p:cNvCxnSpPr>
            <a:stCxn id="6" idx="3"/>
            <a:endCxn id="10" idx="0"/>
          </p:cNvCxnSpPr>
          <p:nvPr/>
        </p:nvCxnSpPr>
        <p:spPr>
          <a:xfrm>
            <a:off x="5515846" y="1897560"/>
            <a:ext cx="1805361" cy="2163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2" name="순서도: 판단 321">
            <a:extLst>
              <a:ext uri="{FF2B5EF4-FFF2-40B4-BE49-F238E27FC236}">
                <a16:creationId xmlns:a16="http://schemas.microsoft.com/office/drawing/2014/main" id="{AADE0E48-79DE-4AE3-A860-160D138E915B}"/>
              </a:ext>
            </a:extLst>
          </p:cNvPr>
          <p:cNvSpPr/>
          <p:nvPr/>
        </p:nvSpPr>
        <p:spPr>
          <a:xfrm>
            <a:off x="4005828" y="3394563"/>
            <a:ext cx="1510018" cy="51172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다음맵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=</a:t>
            </a:r>
            <a:r>
              <a:rPr lang="ko-KR" altLang="en-US" sz="1000" b="1" dirty="0" err="1"/>
              <a:t>보스방</a:t>
            </a:r>
            <a:r>
              <a:rPr lang="en-US" altLang="ko-KR" sz="1000" b="1" dirty="0"/>
              <a:t>?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4D8D6F35-39E1-4C6F-8DD0-778F1EB8BF57}"/>
              </a:ext>
            </a:extLst>
          </p:cNvPr>
          <p:cNvSpPr txBox="1"/>
          <p:nvPr/>
        </p:nvSpPr>
        <p:spPr>
          <a:xfrm>
            <a:off x="6693259" y="1671478"/>
            <a:ext cx="378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02AF2F67-3F53-412B-A336-34ED05A7D7DF}"/>
              </a:ext>
            </a:extLst>
          </p:cNvPr>
          <p:cNvSpPr txBox="1"/>
          <p:nvPr/>
        </p:nvSpPr>
        <p:spPr>
          <a:xfrm>
            <a:off x="5755106" y="2234470"/>
            <a:ext cx="4106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1CF5F1D1-CFC2-4F29-958B-D306054EB4CB}"/>
              </a:ext>
            </a:extLst>
          </p:cNvPr>
          <p:cNvSpPr txBox="1"/>
          <p:nvPr/>
        </p:nvSpPr>
        <p:spPr>
          <a:xfrm>
            <a:off x="4710874" y="2146236"/>
            <a:ext cx="4106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66E95859-DA00-4573-B7B1-48C566FE103E}"/>
              </a:ext>
            </a:extLst>
          </p:cNvPr>
          <p:cNvSpPr txBox="1"/>
          <p:nvPr/>
        </p:nvSpPr>
        <p:spPr>
          <a:xfrm>
            <a:off x="4505529" y="3150177"/>
            <a:ext cx="4106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362" name="순서도: 처리 361">
            <a:extLst>
              <a:ext uri="{FF2B5EF4-FFF2-40B4-BE49-F238E27FC236}">
                <a16:creationId xmlns:a16="http://schemas.microsoft.com/office/drawing/2014/main" id="{BC280F07-1725-4A04-BBB3-AE7F7226ECD2}"/>
              </a:ext>
            </a:extLst>
          </p:cNvPr>
          <p:cNvSpPr/>
          <p:nvPr/>
        </p:nvSpPr>
        <p:spPr>
          <a:xfrm>
            <a:off x="6693259" y="5006158"/>
            <a:ext cx="1279322" cy="36072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다음 </a:t>
            </a:r>
            <a:r>
              <a:rPr lang="ko-KR" altLang="en-US" sz="1000" b="1" dirty="0" err="1"/>
              <a:t>맵으로</a:t>
            </a:r>
            <a:r>
              <a:rPr lang="ko-KR" altLang="en-US" sz="1000" b="1" dirty="0"/>
              <a:t> 화면 전환</a:t>
            </a:r>
            <a:endParaRPr lang="en-US" altLang="ko-KR" sz="1000" b="1" dirty="0"/>
          </a:p>
        </p:txBody>
      </p:sp>
      <p:cxnSp>
        <p:nvCxnSpPr>
          <p:cNvPr id="375" name="연결선: 꺾임 374">
            <a:extLst>
              <a:ext uri="{FF2B5EF4-FFF2-40B4-BE49-F238E27FC236}">
                <a16:creationId xmlns:a16="http://schemas.microsoft.com/office/drawing/2014/main" id="{2F49048D-7F0B-4F9E-9853-2938B58B2636}"/>
              </a:ext>
            </a:extLst>
          </p:cNvPr>
          <p:cNvCxnSpPr>
            <a:cxnSpLocks/>
            <a:stCxn id="10" idx="2"/>
            <a:endCxn id="193" idx="0"/>
          </p:cNvCxnSpPr>
          <p:nvPr/>
        </p:nvCxnSpPr>
        <p:spPr>
          <a:xfrm>
            <a:off x="7321207" y="2474587"/>
            <a:ext cx="5257" cy="13150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9" name="순서도: 수행의 시작/종료 398">
            <a:extLst>
              <a:ext uri="{FF2B5EF4-FFF2-40B4-BE49-F238E27FC236}">
                <a16:creationId xmlns:a16="http://schemas.microsoft.com/office/drawing/2014/main" id="{B86F4356-C461-4706-843F-5C3D49E27E2E}"/>
              </a:ext>
            </a:extLst>
          </p:cNvPr>
          <p:cNvSpPr/>
          <p:nvPr/>
        </p:nvSpPr>
        <p:spPr>
          <a:xfrm>
            <a:off x="4306090" y="5783710"/>
            <a:ext cx="914400" cy="30175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끝</a:t>
            </a:r>
          </a:p>
        </p:txBody>
      </p:sp>
      <p:cxnSp>
        <p:nvCxnSpPr>
          <p:cNvPr id="414" name="직선 화살표 연결선 413">
            <a:extLst>
              <a:ext uri="{FF2B5EF4-FFF2-40B4-BE49-F238E27FC236}">
                <a16:creationId xmlns:a16="http://schemas.microsoft.com/office/drawing/2014/main" id="{F36FA77D-DE0A-4B8C-B0E1-88E66A9AF883}"/>
              </a:ext>
            </a:extLst>
          </p:cNvPr>
          <p:cNvCxnSpPr>
            <a:cxnSpLocks/>
            <a:stCxn id="322" idx="3"/>
          </p:cNvCxnSpPr>
          <p:nvPr/>
        </p:nvCxnSpPr>
        <p:spPr>
          <a:xfrm flipV="1">
            <a:off x="5515846" y="1907654"/>
            <a:ext cx="835244" cy="174277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4C97B9AF-8B02-40EC-BC35-989D2B5E7E09}"/>
              </a:ext>
            </a:extLst>
          </p:cNvPr>
          <p:cNvSpPr txBox="1"/>
          <p:nvPr/>
        </p:nvSpPr>
        <p:spPr>
          <a:xfrm>
            <a:off x="6137622" y="3144205"/>
            <a:ext cx="4106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cxnSp>
        <p:nvCxnSpPr>
          <p:cNvPr id="419" name="연결선: 꺾임 418">
            <a:extLst>
              <a:ext uri="{FF2B5EF4-FFF2-40B4-BE49-F238E27FC236}">
                <a16:creationId xmlns:a16="http://schemas.microsoft.com/office/drawing/2014/main" id="{2BA64170-B3F9-4E2C-8E40-6D9CD3E51434}"/>
              </a:ext>
            </a:extLst>
          </p:cNvPr>
          <p:cNvCxnSpPr>
            <a:cxnSpLocks/>
            <a:stCxn id="322" idx="2"/>
            <a:endCxn id="80" idx="0"/>
          </p:cNvCxnSpPr>
          <p:nvPr/>
        </p:nvCxnSpPr>
        <p:spPr>
          <a:xfrm>
            <a:off x="4760837" y="3906291"/>
            <a:ext cx="1" cy="2900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2F1A7B1C-63CC-4C38-AB22-8E7A5C4FD60A}"/>
              </a:ext>
            </a:extLst>
          </p:cNvPr>
          <p:cNvSpPr txBox="1"/>
          <p:nvPr/>
        </p:nvSpPr>
        <p:spPr>
          <a:xfrm>
            <a:off x="4505529" y="3887995"/>
            <a:ext cx="4106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430" name="직선 화살표 연결선 429">
            <a:extLst>
              <a:ext uri="{FF2B5EF4-FFF2-40B4-BE49-F238E27FC236}">
                <a16:creationId xmlns:a16="http://schemas.microsoft.com/office/drawing/2014/main" id="{676222A4-4702-4AED-9ADD-79850A3E451B}"/>
              </a:ext>
            </a:extLst>
          </p:cNvPr>
          <p:cNvCxnSpPr>
            <a:cxnSpLocks/>
            <a:stCxn id="362" idx="1"/>
          </p:cNvCxnSpPr>
          <p:nvPr/>
        </p:nvCxnSpPr>
        <p:spPr>
          <a:xfrm flipH="1">
            <a:off x="4766081" y="5186522"/>
            <a:ext cx="19271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4" name="연결선: 꺾임 453">
            <a:extLst>
              <a:ext uri="{FF2B5EF4-FFF2-40B4-BE49-F238E27FC236}">
                <a16:creationId xmlns:a16="http://schemas.microsoft.com/office/drawing/2014/main" id="{44580202-9A06-4A65-BB7D-5ACEAD24111C}"/>
              </a:ext>
            </a:extLst>
          </p:cNvPr>
          <p:cNvCxnSpPr>
            <a:cxnSpLocks/>
            <a:stCxn id="193" idx="3"/>
          </p:cNvCxnSpPr>
          <p:nvPr/>
        </p:nvCxnSpPr>
        <p:spPr>
          <a:xfrm flipH="1" flipV="1">
            <a:off x="4757161" y="1431826"/>
            <a:ext cx="3324312" cy="2644274"/>
          </a:xfrm>
          <a:prstGeom prst="bentConnector3">
            <a:avLst>
              <a:gd name="adj1" fmla="val -687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5" name="TextBox 454">
            <a:extLst>
              <a:ext uri="{FF2B5EF4-FFF2-40B4-BE49-F238E27FC236}">
                <a16:creationId xmlns:a16="http://schemas.microsoft.com/office/drawing/2014/main" id="{EA6F7098-DF3F-494A-83AE-8B357BF7EA1B}"/>
              </a:ext>
            </a:extLst>
          </p:cNvPr>
          <p:cNvSpPr txBox="1"/>
          <p:nvPr/>
        </p:nvSpPr>
        <p:spPr>
          <a:xfrm>
            <a:off x="8252892" y="2294222"/>
            <a:ext cx="378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464" name="직선 화살표 연결선 463">
            <a:extLst>
              <a:ext uri="{FF2B5EF4-FFF2-40B4-BE49-F238E27FC236}">
                <a16:creationId xmlns:a16="http://schemas.microsoft.com/office/drawing/2014/main" id="{34CBD243-13EF-4A5F-B08F-E892A83EE53C}"/>
              </a:ext>
            </a:extLst>
          </p:cNvPr>
          <p:cNvCxnSpPr>
            <a:cxnSpLocks/>
            <a:stCxn id="193" idx="2"/>
            <a:endCxn id="362" idx="0"/>
          </p:cNvCxnSpPr>
          <p:nvPr/>
        </p:nvCxnSpPr>
        <p:spPr>
          <a:xfrm>
            <a:off x="7326464" y="4362557"/>
            <a:ext cx="6456" cy="643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7" name="TextBox 466">
            <a:extLst>
              <a:ext uri="{FF2B5EF4-FFF2-40B4-BE49-F238E27FC236}">
                <a16:creationId xmlns:a16="http://schemas.microsoft.com/office/drawing/2014/main" id="{31D01362-3EEE-48EB-8325-773650BF5B01}"/>
              </a:ext>
            </a:extLst>
          </p:cNvPr>
          <p:cNvSpPr txBox="1"/>
          <p:nvPr/>
        </p:nvSpPr>
        <p:spPr>
          <a:xfrm>
            <a:off x="7321207" y="4522320"/>
            <a:ext cx="4106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788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49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A07</dc:creator>
  <cp:lastModifiedBy>A07</cp:lastModifiedBy>
  <cp:revision>13</cp:revision>
  <dcterms:created xsi:type="dcterms:W3CDTF">2026-05-21T10:29:12Z</dcterms:created>
  <dcterms:modified xsi:type="dcterms:W3CDTF">2026-05-21T12:24:05Z</dcterms:modified>
</cp:coreProperties>
</file>