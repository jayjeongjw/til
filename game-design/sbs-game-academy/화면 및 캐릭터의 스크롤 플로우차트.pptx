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6AA11-43F3-4171-BB96-BC107FFC9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8C3FF9-ECFE-4800-874D-867BA5F262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D96C8-8EE2-4E2E-9488-96705C22E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760F7D-1851-450F-921A-64920284A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E4600-3BB9-48D1-9F5C-1DC0D7523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956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C420CF-C6A6-4F14-B3D5-93372480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4E01E-9D3C-4697-B603-7CCA167C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F6F558-EAEA-4251-A640-48C14A721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809875-1E1F-42FE-8C30-7914C9A07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17157C-C301-4BB3-B456-6A7F4E588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928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CE202-599D-467D-8D25-1113EA0C1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B632BC-0EB6-461E-BBF6-08EC4802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DCA16F-CC92-4B97-85DB-1D1B25917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FECB89-7747-4768-8C03-BD8399A0C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C470FE-8A34-4AC7-B991-D269597B9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4017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0E99F9-373B-42F8-AAC2-2A3B1B81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4C077B-945E-4B1E-87BA-D6C4A3A17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75A3DD-DDBC-4EC1-B835-2F404C0C2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B135CD-8836-4475-86B8-FC9E77683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21A772-BF57-41BE-9958-C3817CDFF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A82F77-C735-40F1-A145-088FBAEA2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8470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EB525-5DE2-4138-AC6E-DEE3D819B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75F4B1-489B-4D65-AB32-D595E3943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B1439A9-942A-4F33-A329-899B75B86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D91D857-A7A8-4188-B94A-C5F45751C7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B217616-BF0A-4BA9-9FB2-7CE93C0B4A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05AC020-8E6C-4FC8-9465-3643BF51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DF20B53-0C22-4B77-B671-DB3076FC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C94C63B-4D73-40A6-9AEF-36FF9106A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96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1BF6-A113-432B-843D-819B52C81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44B223-DECF-4CAD-9283-9F29DDA79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16DEBFE-4863-4CC2-9554-3BBF720E3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E1E693-EBCE-41F6-91D7-655EA6AAC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626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6551FA8-D125-42FB-A261-AA6040C2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F77441-5BD8-48DD-A118-24C1113B1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1B0AB-C2BC-43AD-AF15-78DE6821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966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82843-5D0A-4371-B67F-F06AC3454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A27581-A65D-4F99-9F4E-D0C8FDEAF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B06F7C-2088-49B7-A03C-0472ACC64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A133FA-4074-400B-86E5-25A950C16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AEBF99-AE57-4706-809A-8BE446F90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62462D-82C2-4414-931B-95E2B429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162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4ECCA-BABC-439B-9741-663F25CC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BD9A444-2457-4414-834F-B9E800CCDE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CDD1E0-EA39-4609-A382-7A6AFE56F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A470EE-0122-412A-8F14-594D5B372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98BCC7-B204-4965-BCDF-0CF6F1359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B3336F-6BC8-4F07-A719-747D1EC4B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490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51AD0-C8C6-4228-8740-0A77F7AF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FEAED3-6D9E-4B31-A5F3-F379251F2A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950351-9B7B-4CD4-8525-10438CE2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F46908-E7FD-457B-8D27-EAA9D958E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C48A1-085B-4935-BB24-00150451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263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7C2D44-DF99-42CD-9CC3-5353C9C173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4F33B4-21E2-4D34-91AA-17154278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A903D0-124E-405B-BA2B-EA897F5C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888D-A602-4493-AC8A-1F135D652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9C08CD-D619-466F-9F06-F80D337EE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23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7B6CDB-B3C1-4263-9C4A-814F09C4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1717CC-DE0D-4835-9FF2-2F96DB2EF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D6CEC4-A1D7-4536-B8D2-B8FD8D8349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BA985-8BC2-4A0E-BEEE-637CEDE19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CF5895-9782-4CB3-98C6-814D0B3AB0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559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수행의 시작/종료 3">
            <a:extLst>
              <a:ext uri="{FF2B5EF4-FFF2-40B4-BE49-F238E27FC236}">
                <a16:creationId xmlns:a16="http://schemas.microsoft.com/office/drawing/2014/main" id="{A3A202B5-52C6-4374-A8B5-50A8A5BC652F}"/>
              </a:ext>
            </a:extLst>
          </p:cNvPr>
          <p:cNvSpPr/>
          <p:nvPr/>
        </p:nvSpPr>
        <p:spPr>
          <a:xfrm>
            <a:off x="4303638" y="234891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시작</a:t>
            </a:r>
          </a:p>
        </p:txBody>
      </p:sp>
      <p:sp>
        <p:nvSpPr>
          <p:cNvPr id="5" name="순서도: 처리 4">
            <a:extLst>
              <a:ext uri="{FF2B5EF4-FFF2-40B4-BE49-F238E27FC236}">
                <a16:creationId xmlns:a16="http://schemas.microsoft.com/office/drawing/2014/main" id="{82514883-E3B0-4D85-BC2C-1A85DF147FAC}"/>
              </a:ext>
            </a:extLst>
          </p:cNvPr>
          <p:cNvSpPr/>
          <p:nvPr/>
        </p:nvSpPr>
        <p:spPr>
          <a:xfrm>
            <a:off x="4400111" y="908806"/>
            <a:ext cx="721453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이동조작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2D6EA8AC-A1CB-4AF0-A720-372E3740B24A}"/>
              </a:ext>
            </a:extLst>
          </p:cNvPr>
          <p:cNvSpPr/>
          <p:nvPr/>
        </p:nvSpPr>
        <p:spPr>
          <a:xfrm>
            <a:off x="4005828" y="1641696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앞으로 이동했나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93ACD1F3-9C47-4098-9293-225B36B97970}"/>
              </a:ext>
            </a:extLst>
          </p:cNvPr>
          <p:cNvSpPr/>
          <p:nvPr/>
        </p:nvSpPr>
        <p:spPr>
          <a:xfrm>
            <a:off x="6661273" y="2113860"/>
            <a:ext cx="1319868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화면을 고정하고 캐릭터 이동</a:t>
            </a:r>
            <a:endParaRPr lang="en-US" altLang="ko-KR" sz="1000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3F95B45-EECB-45EF-BCC2-10A53632D54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4760838" y="536643"/>
            <a:ext cx="0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E5590-054A-49D8-869B-5E556E346F4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4760837" y="1269533"/>
            <a:ext cx="1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순서도: 처리 79">
            <a:extLst>
              <a:ext uri="{FF2B5EF4-FFF2-40B4-BE49-F238E27FC236}">
                <a16:creationId xmlns:a16="http://schemas.microsoft.com/office/drawing/2014/main" id="{9F1314B6-EF38-46A5-83D1-A274E772F263}"/>
              </a:ext>
            </a:extLst>
          </p:cNvPr>
          <p:cNvSpPr/>
          <p:nvPr/>
        </p:nvSpPr>
        <p:spPr>
          <a:xfrm>
            <a:off x="4121177" y="4196311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캐릭터를 중심으로 화면 스크롤</a:t>
            </a:r>
          </a:p>
        </p:txBody>
      </p:sp>
      <p:sp>
        <p:nvSpPr>
          <p:cNvPr id="142" name="순서도: 판단 141">
            <a:extLst>
              <a:ext uri="{FF2B5EF4-FFF2-40B4-BE49-F238E27FC236}">
                <a16:creationId xmlns:a16="http://schemas.microsoft.com/office/drawing/2014/main" id="{38342CDA-16D0-4766-881C-48DE1D70C5AB}"/>
              </a:ext>
            </a:extLst>
          </p:cNvPr>
          <p:cNvSpPr/>
          <p:nvPr/>
        </p:nvSpPr>
        <p:spPr>
          <a:xfrm>
            <a:off x="3865127" y="2470475"/>
            <a:ext cx="1784066" cy="681537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특정 영역에서 벗어났는가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93" name="순서도: 판단 192">
            <a:extLst>
              <a:ext uri="{FF2B5EF4-FFF2-40B4-BE49-F238E27FC236}">
                <a16:creationId xmlns:a16="http://schemas.microsoft.com/office/drawing/2014/main" id="{56E99F45-719B-4523-B3A9-B145AD6E0246}"/>
              </a:ext>
            </a:extLst>
          </p:cNvPr>
          <p:cNvSpPr/>
          <p:nvPr/>
        </p:nvSpPr>
        <p:spPr>
          <a:xfrm>
            <a:off x="4008280" y="4829429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다음맵이</a:t>
            </a:r>
            <a:r>
              <a:rPr lang="ko-KR" altLang="en-US" sz="1000" b="1" dirty="0"/>
              <a:t> 있음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FFA718DB-4E40-4C66-B848-72B24F91CC05}"/>
              </a:ext>
            </a:extLst>
          </p:cNvPr>
          <p:cNvCxnSpPr>
            <a:cxnSpLocks/>
            <a:stCxn id="80" idx="2"/>
            <a:endCxn id="193" idx="0"/>
          </p:cNvCxnSpPr>
          <p:nvPr/>
        </p:nvCxnSpPr>
        <p:spPr>
          <a:xfrm>
            <a:off x="4760838" y="4557038"/>
            <a:ext cx="2451" cy="2723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7CEDA416-5FEB-40BF-9929-C0025B434F4C}"/>
              </a:ext>
            </a:extLst>
          </p:cNvPr>
          <p:cNvSpPr txBox="1"/>
          <p:nvPr/>
        </p:nvSpPr>
        <p:spPr>
          <a:xfrm>
            <a:off x="73390" y="54441"/>
            <a:ext cx="356392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록맨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가로 화면 고정형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세로는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 err="1"/>
              <a:t>보스방</a:t>
            </a:r>
            <a:r>
              <a:rPr lang="ko-KR" altLang="en-US" dirty="0"/>
              <a:t> 이전에는 화면고정형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영역침범</a:t>
            </a:r>
            <a:r>
              <a:rPr lang="en-US" altLang="ko-KR" dirty="0"/>
              <a:t>x)</a:t>
            </a:r>
          </a:p>
          <a:p>
            <a:endParaRPr lang="en-US" altLang="ko-KR" dirty="0"/>
          </a:p>
          <a:p>
            <a:r>
              <a:rPr lang="ko-KR" altLang="en-US" dirty="0" err="1"/>
              <a:t>마리오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앞으로 이동시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뒤로 이동시 화면고정형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커비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영역 내에선 화면고정형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벗어나면 자기중심형</a:t>
            </a:r>
          </a:p>
        </p:txBody>
      </p:sp>
      <p:cxnSp>
        <p:nvCxnSpPr>
          <p:cNvPr id="281" name="직선 화살표 연결선 280">
            <a:extLst>
              <a:ext uri="{FF2B5EF4-FFF2-40B4-BE49-F238E27FC236}">
                <a16:creationId xmlns:a16="http://schemas.microsoft.com/office/drawing/2014/main" id="{1006E817-8ED1-4640-B70D-5B7B4B4975F1}"/>
              </a:ext>
            </a:extLst>
          </p:cNvPr>
          <p:cNvCxnSpPr>
            <a:cxnSpLocks/>
            <a:stCxn id="6" idx="2"/>
            <a:endCxn id="142" idx="0"/>
          </p:cNvCxnSpPr>
          <p:nvPr/>
        </p:nvCxnSpPr>
        <p:spPr>
          <a:xfrm flipH="1">
            <a:off x="4757160" y="2153424"/>
            <a:ext cx="3677" cy="3170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1563536-59BC-48F1-90BA-E252DC70AC2C}"/>
              </a:ext>
            </a:extLst>
          </p:cNvPr>
          <p:cNvCxnSpPr>
            <a:cxnSpLocks/>
            <a:stCxn id="142" idx="2"/>
            <a:endCxn id="322" idx="0"/>
          </p:cNvCxnSpPr>
          <p:nvPr/>
        </p:nvCxnSpPr>
        <p:spPr>
          <a:xfrm>
            <a:off x="4757160" y="3152012"/>
            <a:ext cx="3677" cy="2425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1" name="연결선: 꺾임 290">
            <a:extLst>
              <a:ext uri="{FF2B5EF4-FFF2-40B4-BE49-F238E27FC236}">
                <a16:creationId xmlns:a16="http://schemas.microsoft.com/office/drawing/2014/main" id="{68B9C623-C01E-455C-9C33-855485C06D2B}"/>
              </a:ext>
            </a:extLst>
          </p:cNvPr>
          <p:cNvCxnSpPr>
            <a:cxnSpLocks/>
            <a:stCxn id="142" idx="3"/>
          </p:cNvCxnSpPr>
          <p:nvPr/>
        </p:nvCxnSpPr>
        <p:spPr>
          <a:xfrm flipV="1">
            <a:off x="5649193" y="1897560"/>
            <a:ext cx="633375" cy="91368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0" name="연결선: 꺾임 299">
            <a:extLst>
              <a:ext uri="{FF2B5EF4-FFF2-40B4-BE49-F238E27FC236}">
                <a16:creationId xmlns:a16="http://schemas.microsoft.com/office/drawing/2014/main" id="{7CED503D-8656-46F1-8F83-F428BF9EEF76}"/>
              </a:ext>
            </a:extLst>
          </p:cNvPr>
          <p:cNvCxnSpPr>
            <a:stCxn id="6" idx="3"/>
            <a:endCxn id="10" idx="0"/>
          </p:cNvCxnSpPr>
          <p:nvPr/>
        </p:nvCxnSpPr>
        <p:spPr>
          <a:xfrm>
            <a:off x="5515846" y="1897560"/>
            <a:ext cx="1805361" cy="21630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06986269-29F8-4F05-8F33-A2A03898661C}"/>
              </a:ext>
            </a:extLst>
          </p:cNvPr>
          <p:cNvCxnSpPr>
            <a:cxnSpLocks/>
            <a:stCxn id="193" idx="3"/>
            <a:endCxn id="362" idx="1"/>
          </p:cNvCxnSpPr>
          <p:nvPr/>
        </p:nvCxnSpPr>
        <p:spPr>
          <a:xfrm flipV="1">
            <a:off x="5518298" y="5115886"/>
            <a:ext cx="580154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22" name="순서도: 판단 321">
            <a:extLst>
              <a:ext uri="{FF2B5EF4-FFF2-40B4-BE49-F238E27FC236}">
                <a16:creationId xmlns:a16="http://schemas.microsoft.com/office/drawing/2014/main" id="{AADE0E48-79DE-4AE3-A860-160D138E915B}"/>
              </a:ext>
            </a:extLst>
          </p:cNvPr>
          <p:cNvSpPr/>
          <p:nvPr/>
        </p:nvSpPr>
        <p:spPr>
          <a:xfrm>
            <a:off x="4005828" y="3394563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</a:t>
            </a:r>
            <a:endParaRPr lang="en-US" altLang="ko-KR" sz="1000" b="1" dirty="0"/>
          </a:p>
          <a:p>
            <a:pPr algn="ctr"/>
            <a:r>
              <a:rPr lang="en-US" altLang="ko-KR" sz="1000" b="1" dirty="0"/>
              <a:t>=</a:t>
            </a:r>
            <a:r>
              <a:rPr lang="ko-KR" altLang="en-US" sz="1000" b="1" dirty="0" err="1"/>
              <a:t>보스방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346" name="직선 화살표 연결선 345">
            <a:extLst>
              <a:ext uri="{FF2B5EF4-FFF2-40B4-BE49-F238E27FC236}">
                <a16:creationId xmlns:a16="http://schemas.microsoft.com/office/drawing/2014/main" id="{15576E2A-0B1F-4882-816F-48F38B8F587B}"/>
              </a:ext>
            </a:extLst>
          </p:cNvPr>
          <p:cNvCxnSpPr>
            <a:cxnSpLocks/>
            <a:stCxn id="193" idx="2"/>
            <a:endCxn id="399" idx="0"/>
          </p:cNvCxnSpPr>
          <p:nvPr/>
        </p:nvCxnSpPr>
        <p:spPr>
          <a:xfrm>
            <a:off x="4763289" y="5402344"/>
            <a:ext cx="1" cy="3813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0" name="TextBox 349">
            <a:extLst>
              <a:ext uri="{FF2B5EF4-FFF2-40B4-BE49-F238E27FC236}">
                <a16:creationId xmlns:a16="http://schemas.microsoft.com/office/drawing/2014/main" id="{4D8D6F35-39E1-4C6F-8DD0-778F1EB8BF57}"/>
              </a:ext>
            </a:extLst>
          </p:cNvPr>
          <p:cNvSpPr txBox="1"/>
          <p:nvPr/>
        </p:nvSpPr>
        <p:spPr>
          <a:xfrm>
            <a:off x="6693259" y="1671478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0018837-1984-40B6-AAEB-1AE6E5ED2ABC}"/>
              </a:ext>
            </a:extLst>
          </p:cNvPr>
          <p:cNvSpPr txBox="1"/>
          <p:nvPr/>
        </p:nvSpPr>
        <p:spPr>
          <a:xfrm>
            <a:off x="4492908" y="5415327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02AF2F67-3F53-412B-A336-34ED05A7D7DF}"/>
              </a:ext>
            </a:extLst>
          </p:cNvPr>
          <p:cNvSpPr txBox="1"/>
          <p:nvPr/>
        </p:nvSpPr>
        <p:spPr>
          <a:xfrm>
            <a:off x="5971477" y="2294223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1CF5F1D1-CFC2-4F29-958B-D306054EB4CB}"/>
              </a:ext>
            </a:extLst>
          </p:cNvPr>
          <p:cNvSpPr txBox="1"/>
          <p:nvPr/>
        </p:nvSpPr>
        <p:spPr>
          <a:xfrm>
            <a:off x="4710874" y="214623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6900BFFB-F29B-4C09-8F99-B051CA76FABA}"/>
              </a:ext>
            </a:extLst>
          </p:cNvPr>
          <p:cNvSpPr txBox="1"/>
          <p:nvPr/>
        </p:nvSpPr>
        <p:spPr>
          <a:xfrm>
            <a:off x="5668960" y="4917604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66E95859-DA00-4573-B7B1-48C566FE103E}"/>
              </a:ext>
            </a:extLst>
          </p:cNvPr>
          <p:cNvSpPr txBox="1"/>
          <p:nvPr/>
        </p:nvSpPr>
        <p:spPr>
          <a:xfrm>
            <a:off x="4505529" y="3150177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62" name="순서도: 처리 361">
            <a:extLst>
              <a:ext uri="{FF2B5EF4-FFF2-40B4-BE49-F238E27FC236}">
                <a16:creationId xmlns:a16="http://schemas.microsoft.com/office/drawing/2014/main" id="{BC280F07-1725-4A04-BBB3-AE7F7226ECD2}"/>
              </a:ext>
            </a:extLst>
          </p:cNvPr>
          <p:cNvSpPr/>
          <p:nvPr/>
        </p:nvSpPr>
        <p:spPr>
          <a:xfrm>
            <a:off x="6098452" y="4935522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다음 </a:t>
            </a:r>
            <a:r>
              <a:rPr lang="ko-KR" altLang="en-US" sz="1000" b="1" dirty="0" err="1"/>
              <a:t>맵으로</a:t>
            </a:r>
            <a:r>
              <a:rPr lang="ko-KR" altLang="en-US" sz="1000" b="1" dirty="0"/>
              <a:t> 화면 전환</a:t>
            </a:r>
            <a:endParaRPr lang="en-US" altLang="ko-KR" sz="1000" b="1" dirty="0"/>
          </a:p>
        </p:txBody>
      </p:sp>
      <p:cxnSp>
        <p:nvCxnSpPr>
          <p:cNvPr id="375" name="연결선: 꺾임 374">
            <a:extLst>
              <a:ext uri="{FF2B5EF4-FFF2-40B4-BE49-F238E27FC236}">
                <a16:creationId xmlns:a16="http://schemas.microsoft.com/office/drawing/2014/main" id="{2F49048D-7F0B-4F9E-9853-2938B58B2636}"/>
              </a:ext>
            </a:extLst>
          </p:cNvPr>
          <p:cNvCxnSpPr>
            <a:cxnSpLocks/>
            <a:stCxn id="10" idx="3"/>
          </p:cNvCxnSpPr>
          <p:nvPr/>
        </p:nvCxnSpPr>
        <p:spPr>
          <a:xfrm flipH="1" flipV="1">
            <a:off x="4757160" y="1455614"/>
            <a:ext cx="3223981" cy="838610"/>
          </a:xfrm>
          <a:prstGeom prst="bentConnector3">
            <a:avLst>
              <a:gd name="adj1" fmla="val -709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9" name="순서도: 수행의 시작/종료 398">
            <a:extLst>
              <a:ext uri="{FF2B5EF4-FFF2-40B4-BE49-F238E27FC236}">
                <a16:creationId xmlns:a16="http://schemas.microsoft.com/office/drawing/2014/main" id="{B86F4356-C461-4706-843F-5C3D49E27E2E}"/>
              </a:ext>
            </a:extLst>
          </p:cNvPr>
          <p:cNvSpPr/>
          <p:nvPr/>
        </p:nvSpPr>
        <p:spPr>
          <a:xfrm>
            <a:off x="4306090" y="5783710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끝</a:t>
            </a:r>
          </a:p>
        </p:txBody>
      </p:sp>
      <p:cxnSp>
        <p:nvCxnSpPr>
          <p:cNvPr id="414" name="직선 화살표 연결선 413">
            <a:extLst>
              <a:ext uri="{FF2B5EF4-FFF2-40B4-BE49-F238E27FC236}">
                <a16:creationId xmlns:a16="http://schemas.microsoft.com/office/drawing/2014/main" id="{F36FA77D-DE0A-4B8C-B0E1-88E66A9AF883}"/>
              </a:ext>
            </a:extLst>
          </p:cNvPr>
          <p:cNvCxnSpPr>
            <a:cxnSpLocks/>
            <a:stCxn id="322" idx="3"/>
          </p:cNvCxnSpPr>
          <p:nvPr/>
        </p:nvCxnSpPr>
        <p:spPr>
          <a:xfrm flipV="1">
            <a:off x="5515846" y="2811243"/>
            <a:ext cx="660976" cy="83918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5" name="TextBox 414">
            <a:extLst>
              <a:ext uri="{FF2B5EF4-FFF2-40B4-BE49-F238E27FC236}">
                <a16:creationId xmlns:a16="http://schemas.microsoft.com/office/drawing/2014/main" id="{4C97B9AF-8B02-40EC-BC35-989D2B5E7E09}"/>
              </a:ext>
            </a:extLst>
          </p:cNvPr>
          <p:cNvSpPr txBox="1"/>
          <p:nvPr/>
        </p:nvSpPr>
        <p:spPr>
          <a:xfrm>
            <a:off x="5943549" y="314179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cxnSp>
        <p:nvCxnSpPr>
          <p:cNvPr id="419" name="연결선: 꺾임 418">
            <a:extLst>
              <a:ext uri="{FF2B5EF4-FFF2-40B4-BE49-F238E27FC236}">
                <a16:creationId xmlns:a16="http://schemas.microsoft.com/office/drawing/2014/main" id="{2BA64170-B3F9-4E2C-8E40-6D9CD3E51434}"/>
              </a:ext>
            </a:extLst>
          </p:cNvPr>
          <p:cNvCxnSpPr>
            <a:cxnSpLocks/>
            <a:stCxn id="322" idx="2"/>
            <a:endCxn id="80" idx="0"/>
          </p:cNvCxnSpPr>
          <p:nvPr/>
        </p:nvCxnSpPr>
        <p:spPr>
          <a:xfrm>
            <a:off x="4760837" y="3906291"/>
            <a:ext cx="1" cy="29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22" name="TextBox 421">
            <a:extLst>
              <a:ext uri="{FF2B5EF4-FFF2-40B4-BE49-F238E27FC236}">
                <a16:creationId xmlns:a16="http://schemas.microsoft.com/office/drawing/2014/main" id="{2F1A7B1C-63CC-4C38-AB22-8E7A5C4FD60A}"/>
              </a:ext>
            </a:extLst>
          </p:cNvPr>
          <p:cNvSpPr txBox="1"/>
          <p:nvPr/>
        </p:nvSpPr>
        <p:spPr>
          <a:xfrm>
            <a:off x="4505529" y="3887995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cxnSp>
        <p:nvCxnSpPr>
          <p:cNvPr id="430" name="직선 화살표 연결선 429">
            <a:extLst>
              <a:ext uri="{FF2B5EF4-FFF2-40B4-BE49-F238E27FC236}">
                <a16:creationId xmlns:a16="http://schemas.microsoft.com/office/drawing/2014/main" id="{676222A4-4702-4AED-9ADD-79850A3E451B}"/>
              </a:ext>
            </a:extLst>
          </p:cNvPr>
          <p:cNvCxnSpPr>
            <a:cxnSpLocks/>
            <a:stCxn id="362" idx="0"/>
          </p:cNvCxnSpPr>
          <p:nvPr/>
        </p:nvCxnSpPr>
        <p:spPr>
          <a:xfrm rot="16200000" flipV="1">
            <a:off x="5290296" y="3487704"/>
            <a:ext cx="914683" cy="198095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788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49</Words>
  <Application>Microsoft Office PowerPoint</Application>
  <PresentationFormat>와이드스크린</PresentationFormat>
  <Paragraphs>31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10</cp:revision>
  <dcterms:created xsi:type="dcterms:W3CDTF">2026-05-21T10:29:12Z</dcterms:created>
  <dcterms:modified xsi:type="dcterms:W3CDTF">2026-05-21T11:59:18Z</dcterms:modified>
</cp:coreProperties>
</file>